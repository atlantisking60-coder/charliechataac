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  <p:sldId id="264" r:id="rId12"/>
    <p:sldId id="263" r:id="rId13"/>
    <p:sldId id="266" r:id="rId14"/>
    <p:sldId id="322" r:id="rId15"/>
    <p:sldId id="265" r:id="rId16"/>
    <p:sldId id="268" r:id="rId17"/>
    <p:sldId id="267" r:id="rId18"/>
    <p:sldId id="270" r:id="rId19"/>
    <p:sldId id="269" r:id="rId20"/>
    <p:sldId id="272" r:id="rId21"/>
    <p:sldId id="271" r:id="rId22"/>
    <p:sldId id="274" r:id="rId23"/>
    <p:sldId id="276" r:id="rId24"/>
    <p:sldId id="275" r:id="rId25"/>
    <p:sldId id="278" r:id="rId26"/>
    <p:sldId id="277" r:id="rId27"/>
    <p:sldId id="280" r:id="rId28"/>
    <p:sldId id="279" r:id="rId29"/>
    <p:sldId id="282" r:id="rId30"/>
    <p:sldId id="281" r:id="rId31"/>
    <p:sldId id="284" r:id="rId32"/>
    <p:sldId id="283" r:id="rId33"/>
    <p:sldId id="286" r:id="rId34"/>
    <p:sldId id="285" r:id="rId35"/>
    <p:sldId id="288" r:id="rId36"/>
    <p:sldId id="287" r:id="rId37"/>
    <p:sldId id="290" r:id="rId38"/>
    <p:sldId id="289" r:id="rId39"/>
    <p:sldId id="292" r:id="rId40"/>
    <p:sldId id="291" r:id="rId41"/>
    <p:sldId id="294" r:id="rId42"/>
    <p:sldId id="293" r:id="rId43"/>
    <p:sldId id="296" r:id="rId44"/>
    <p:sldId id="295" r:id="rId45"/>
    <p:sldId id="298" r:id="rId46"/>
    <p:sldId id="297" r:id="rId47"/>
    <p:sldId id="300" r:id="rId48"/>
    <p:sldId id="299" r:id="rId49"/>
    <p:sldId id="302" r:id="rId50"/>
    <p:sldId id="303" r:id="rId51"/>
    <p:sldId id="273" r:id="rId52"/>
    <p:sldId id="301" r:id="rId53"/>
    <p:sldId id="304" r:id="rId54"/>
    <p:sldId id="305" r:id="rId55"/>
    <p:sldId id="306" r:id="rId56"/>
    <p:sldId id="307" r:id="rId57"/>
    <p:sldId id="308" r:id="rId58"/>
    <p:sldId id="309" r:id="rId59"/>
    <p:sldId id="311" r:id="rId60"/>
    <p:sldId id="310" r:id="rId61"/>
    <p:sldId id="312" r:id="rId62"/>
    <p:sldId id="313" r:id="rId63"/>
    <p:sldId id="314" r:id="rId64"/>
    <p:sldId id="315" r:id="rId65"/>
    <p:sldId id="316" r:id="rId66"/>
    <p:sldId id="318" r:id="rId67"/>
    <p:sldId id="317" r:id="rId68"/>
    <p:sldId id="319" r:id="rId69"/>
    <p:sldId id="320" r:id="rId70"/>
    <p:sldId id="321" r:id="rId71"/>
    <p:sldId id="324" r:id="rId72"/>
    <p:sldId id="323" r:id="rId73"/>
    <p:sldId id="325" r:id="rId74"/>
    <p:sldId id="327" r:id="rId75"/>
    <p:sldId id="328" r:id="rId76"/>
    <p:sldId id="329" r:id="rId77"/>
    <p:sldId id="330" r:id="rId78"/>
    <p:sldId id="331" r:id="rId79"/>
    <p:sldId id="332" r:id="rId80"/>
    <p:sldId id="333" r:id="rId8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9CD8AD-3DA2-97AE-97DF-3733C46B3A1D}" v="26" dt="2025-06-19T11:18:52.6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theme" Target="theme/theme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61" Type="http://schemas.openxmlformats.org/officeDocument/2006/relationships/slide" Target="slides/slide57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ThM2AK_AXs?feature=oembe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NtNSaZH-LI?feature=oembe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lRow-k16f4?feature=oembe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BIlMX56CGX4?feature=oembe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6TnbMe3b3k?feature=oembe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2uLj1b23ZI?feature=oembe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fsWJt7RYxg?feature=oembe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RGNlEgOJM0?feature=oembed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ORzKEtuOb8?feature=oembed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Z1cmmI6kg0?feature=oembe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Z5lzEffLGU?feature=oembed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KFv8TwiOuQ?feature=oembe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5XtH1Q3T0Eg?feature=oembed" TargetMode="Externa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cUE1l2jRdI?feature=oembed" TargetMode="Externa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HGXx1Rak9E?feature=oembed" TargetMode="External"/><Relationship Id="rId4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9Bky0WG47s?feature=oembed" TargetMode="Externa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Wpy6Vz33Lo?feature=oembed" TargetMode="Externa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DbevFwBelk?feature=oembed" TargetMode="Externa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Njb6RtMbsY?feature=oembed" TargetMode="Externa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7Zva6kxHBc?feature=oembed" TargetMode="Externa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cWOhmeC9pM?feature=oembed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3_x8uwSXVI?feature=oembed" TargetMode="Externa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RdZT-XnavWw?feature=oembed" TargetMode="Externa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i54qePq1YY?feature=oembed" TargetMode="Externa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lGRTFJieCk?feature=oembed" TargetMode="Externa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e-nHdZnhAs?feature=oembed" TargetMode="Externa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Bz9uHqGulQ?feature=oembed" TargetMode="Externa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-lHz2DjPJU?feature=oembed" TargetMode="Externa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91C4CNdzK68?feature=oembed" TargetMode="Externa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j9y8n40ong?feature=oembed" TargetMode="External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Njb6RtMbsY?feature=oembed" TargetMode="Externa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1k41n2Eg-8?feature=oembed" TargetMode="External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GBmT-q2gPQ?feature=oembed" TargetMode="External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aK6GAuz-Hs?feature=oembed" TargetMode="Externa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QawluWb-kM?feature=oembed" TargetMode="Externa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i0fXTiSpNM?feature=oembed" TargetMode="External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5_WNFxups-8?feature=oembed" TargetMode="External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3D4b2LopqA?feature=oembed" TargetMode="External"/><Relationship Id="rId4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gujFtitTrI?feature=oembed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MPeAxDD1_0?feature=oembed" TargetMode="External"/><Relationship Id="rId4" Type="http://schemas.openxmlformats.org/officeDocument/2006/relationships/image" Target="../media/image6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-ObtbLADMt8?feature=oembed" TargetMode="External"/><Relationship Id="rId4" Type="http://schemas.openxmlformats.org/officeDocument/2006/relationships/image" Target="../media/image6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11e1KC00QA?feature=oembed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9H-QDI3EdM?feature=oembed" TargetMode="External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7HVWvY80Xqc?feature=oembed" TargetMode="External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91C4CNdzK68?feature=oembed" TargetMode="External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kRRXMY9CVY?feature=oembed" TargetMode="External"/><Relationship Id="rId4" Type="http://schemas.openxmlformats.org/officeDocument/2006/relationships/image" Target="../media/image7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3BfJeA7Leo?feature=oembed" TargetMode="External"/><Relationship Id="rId4" Type="http://schemas.openxmlformats.org/officeDocument/2006/relationships/image" Target="../media/image7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6XZee1bwfM?feature=oembed" TargetMode="External"/><Relationship Id="rId4" Type="http://schemas.openxmlformats.org/officeDocument/2006/relationships/image" Target="../media/image7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PaNIK9Abqw?feature=oembed" TargetMode="External"/><Relationship Id="rId4" Type="http://schemas.openxmlformats.org/officeDocument/2006/relationships/image" Target="../media/image8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oK3INei0tY?feature=oembed" TargetMode="External"/><Relationship Id="rId4" Type="http://schemas.openxmlformats.org/officeDocument/2006/relationships/image" Target="../media/image8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kpMZhdxvC8?feature=oembed" TargetMode="External"/><Relationship Id="rId4" Type="http://schemas.openxmlformats.org/officeDocument/2006/relationships/image" Target="../media/image8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canqyFNBnQ?feature=oembed" TargetMode="External"/><Relationship Id="rId4" Type="http://schemas.openxmlformats.org/officeDocument/2006/relationships/image" Target="../media/image8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k8i3JtuATs?feature=oembed" TargetMode="External"/><Relationship Id="rId4" Type="http://schemas.openxmlformats.org/officeDocument/2006/relationships/image" Target="../media/image8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uDA8BwVEIE?feature=oembed" TargetMode="External"/><Relationship Id="rId4" Type="http://schemas.openxmlformats.org/officeDocument/2006/relationships/image" Target="../media/image9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T1wHBlM6wE?feature=oembed" TargetMode="External"/><Relationship Id="rId4" Type="http://schemas.openxmlformats.org/officeDocument/2006/relationships/image" Target="../media/image9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esoyI-6jME?feature=oembed" TargetMode="External"/><Relationship Id="rId4" Type="http://schemas.openxmlformats.org/officeDocument/2006/relationships/image" Target="../media/image9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jlwYmr87N68?feature=oembed" TargetMode="External"/><Relationship Id="rId4" Type="http://schemas.openxmlformats.org/officeDocument/2006/relationships/image" Target="../media/image96.gi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gWqIqmi5bU?feature=oembed" TargetMode="External"/><Relationship Id="rId4" Type="http://schemas.openxmlformats.org/officeDocument/2006/relationships/image" Target="../media/image9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Tn9Fmmpw_U?feature=oembed" TargetMode="External"/><Relationship Id="rId4" Type="http://schemas.openxmlformats.org/officeDocument/2006/relationships/image" Target="../media/image10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j9y8n40ong?feature=oembed" TargetMode="External"/><Relationship Id="rId4" Type="http://schemas.openxmlformats.org/officeDocument/2006/relationships/image" Target="../media/image10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-lHz2DjPJU?feature=oembed" TargetMode="External"/><Relationship Id="rId4" Type="http://schemas.openxmlformats.org/officeDocument/2006/relationships/image" Target="../media/image42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80EC7QcPFzg?feature=oembed" TargetMode="External"/><Relationship Id="rId4" Type="http://schemas.openxmlformats.org/officeDocument/2006/relationships/image" Target="../media/image10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3xco6tYjTKc?feature=oembed" TargetMode="External"/><Relationship Id="rId4" Type="http://schemas.openxmlformats.org/officeDocument/2006/relationships/image" Target="../media/image106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G5iiyjoxYU?feature=oembed" TargetMode="External"/><Relationship Id="rId4" Type="http://schemas.openxmlformats.org/officeDocument/2006/relationships/image" Target="../media/image108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KFv8TwiOuQ?start=39&amp;feature=oembed" TargetMode="External"/><Relationship Id="rId4" Type="http://schemas.openxmlformats.org/officeDocument/2006/relationships/image" Target="../media/image12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svc7fkp2OE?feature=oembed" TargetMode="External"/><Relationship Id="rId4" Type="http://schemas.openxmlformats.org/officeDocument/2006/relationships/image" Target="../media/image11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9TzjeWav2VE?feature=oembed" TargetMode="External"/><Relationship Id="rId4" Type="http://schemas.openxmlformats.org/officeDocument/2006/relationships/image" Target="../media/image113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UuA3NlGttM?feature=oembed" TargetMode="External"/><Relationship Id="rId4" Type="http://schemas.openxmlformats.org/officeDocument/2006/relationships/image" Target="../media/image115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7xx1W79tKVo?feature=oembed" TargetMode="External"/><Relationship Id="rId4" Type="http://schemas.openxmlformats.org/officeDocument/2006/relationships/image" Target="../media/image11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SPuJ6znSuU?feature=oembed" TargetMode="External"/><Relationship Id="rId4" Type="http://schemas.openxmlformats.org/officeDocument/2006/relationships/image" Target="../media/image11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JoJC0TSFb5I?feature=oembed" TargetMode="External"/><Relationship Id="rId4" Type="http://schemas.openxmlformats.org/officeDocument/2006/relationships/image" Target="../media/image12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lGRTFJieCk?feature=oembed" TargetMode="External"/><Relationship Id="rId4" Type="http://schemas.openxmlformats.org/officeDocument/2006/relationships/image" Target="../media/image12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_eWgLlIX2ks?feature=oembed" TargetMode="External"/><Relationship Id="rId4" Type="http://schemas.openxmlformats.org/officeDocument/2006/relationships/image" Target="../media/image12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mN-PbTZI80?feature=oembed" TargetMode="External"/><Relationship Id="rId4" Type="http://schemas.openxmlformats.org/officeDocument/2006/relationships/image" Target="../media/image12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LB9XD_QhrQ8?feature=oembed" TargetMode="External"/><Relationship Id="rId4" Type="http://schemas.openxmlformats.org/officeDocument/2006/relationships/image" Target="../media/image1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Sign of the Week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From September 2023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C850-CF8F-1FA0-3219-81C540C13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05.09.23 - School </a:t>
            </a:r>
          </a:p>
        </p:txBody>
      </p:sp>
      <p:pic>
        <p:nvPicPr>
          <p:cNvPr id="4" name="Online Media 3" title="Makaton sign for School">
            <a:hlinkClick r:id="" action="ppaction://media"/>
            <a:extLst>
              <a:ext uri="{FF2B5EF4-FFF2-40B4-BE49-F238E27FC236}">
                <a16:creationId xmlns:a16="http://schemas.microsoft.com/office/drawing/2014/main" id="{CADEC314-FBE4-A607-67F4-DFED82C6CC1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867275" y="1825625"/>
            <a:ext cx="2457450" cy="4351338"/>
          </a:xfrm>
        </p:spPr>
      </p:pic>
    </p:spTree>
    <p:extLst>
      <p:ext uri="{BB962C8B-B14F-4D97-AF65-F5344CB8AC3E}">
        <p14:creationId xmlns:p14="http://schemas.microsoft.com/office/powerpoint/2010/main" val="1954909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B0FF9-71D9-96CD-4452-E5000ACF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6ED9-FAE0-D5B8-EBD1-5BA59B04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11.09.23 - Teacher</a:t>
            </a:r>
          </a:p>
        </p:txBody>
      </p:sp>
      <p:pic>
        <p:nvPicPr>
          <p:cNvPr id="6" name="Online Media 5" title="Makaton for 'teacher' 👩‍🏫">
            <a:hlinkClick r:id="" action="ppaction://media"/>
            <a:extLst>
              <a:ext uri="{FF2B5EF4-FFF2-40B4-BE49-F238E27FC236}">
                <a16:creationId xmlns:a16="http://schemas.microsoft.com/office/drawing/2014/main" id="{1F1CF949-C2CC-8055-DBF3-2A96A74E4C6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3393895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E6C06-842B-2EC7-C4FA-B7332A3A0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FCFD1-6931-3BDC-3CE4-56124940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18.09.23 - Wind </a:t>
            </a:r>
          </a:p>
        </p:txBody>
      </p:sp>
      <p:pic>
        <p:nvPicPr>
          <p:cNvPr id="5" name="Online Media 4" title="Makaton for Wind 💨">
            <a:hlinkClick r:id="" action="ppaction://media"/>
            <a:extLst>
              <a:ext uri="{FF2B5EF4-FFF2-40B4-BE49-F238E27FC236}">
                <a16:creationId xmlns:a16="http://schemas.microsoft.com/office/drawing/2014/main" id="{48532FE8-E2F9-2170-9F2B-689DC8D9733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1240022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15C11-49BC-68E3-3499-0C5DFC2F1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A2DE-C5E8-51C0-BF07-8342D8D96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25.09.23 - Kind</a:t>
            </a:r>
          </a:p>
        </p:txBody>
      </p:sp>
      <p:pic>
        <p:nvPicPr>
          <p:cNvPr id="3" name="Online Media 2" title="Makaton for 'Kind'">
            <a:hlinkClick r:id="" action="ppaction://media"/>
            <a:extLst>
              <a:ext uri="{FF2B5EF4-FFF2-40B4-BE49-F238E27FC236}">
                <a16:creationId xmlns:a16="http://schemas.microsoft.com/office/drawing/2014/main" id="{784096AD-BA9E-C1C7-2AAF-25F53C53398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4171080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3D5D7-4DD1-4549-41AE-49180CF3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19B91-2E67-4ABA-ADCD-FD723F00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02.10.23 - Tree</a:t>
            </a:r>
          </a:p>
        </p:txBody>
      </p:sp>
      <p:pic>
        <p:nvPicPr>
          <p:cNvPr id="3" name="Online Media 2" title="Makaton for Tree 🌳">
            <a:hlinkClick r:id="" action="ppaction://media"/>
            <a:extLst>
              <a:ext uri="{FF2B5EF4-FFF2-40B4-BE49-F238E27FC236}">
                <a16:creationId xmlns:a16="http://schemas.microsoft.com/office/drawing/2014/main" id="{494F5839-3B07-B850-0116-B40712F01C61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2374369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0638-27C6-29B2-C176-773157216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2DF7A-E21E-9AFA-4366-38C47E098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09.10.23 - Weather </a:t>
            </a:r>
          </a:p>
        </p:txBody>
      </p:sp>
      <p:pic>
        <p:nvPicPr>
          <p:cNvPr id="3" name="Online Media 2" title="Makaton for 'Weather' ⛈️🌧️☀️💨">
            <a:hlinkClick r:id="" action="ppaction://media"/>
            <a:extLst>
              <a:ext uri="{FF2B5EF4-FFF2-40B4-BE49-F238E27FC236}">
                <a16:creationId xmlns:a16="http://schemas.microsoft.com/office/drawing/2014/main" id="{EAC626A7-BC24-0293-A193-9603AE5F20D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3184127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3F794-A1A8-2E88-F54C-47511EAD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389C0-2533-97B6-DDB6-24B94E83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16.10.23 - Green</a:t>
            </a:r>
          </a:p>
        </p:txBody>
      </p:sp>
      <p:pic>
        <p:nvPicPr>
          <p:cNvPr id="3" name="Online Media 2" title="Makaton Sign of the Week - Green 💚">
            <a:hlinkClick r:id="" action="ppaction://media"/>
            <a:extLst>
              <a:ext uri="{FF2B5EF4-FFF2-40B4-BE49-F238E27FC236}">
                <a16:creationId xmlns:a16="http://schemas.microsoft.com/office/drawing/2014/main" id="{48730D96-C9FD-BFA1-CDC6-3875769F33C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2254921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09B24-2C26-3C7C-2DEF-9705A03E3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D355-60B0-FBA6-1A7A-D635EE092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30.10.23 - Flowers</a:t>
            </a:r>
          </a:p>
        </p:txBody>
      </p:sp>
      <p:pic>
        <p:nvPicPr>
          <p:cNvPr id="3" name="Online Media 2" title="Makaton for 'Flower' 🌷">
            <a:hlinkClick r:id="" action="ppaction://media"/>
            <a:extLst>
              <a:ext uri="{FF2B5EF4-FFF2-40B4-BE49-F238E27FC236}">
                <a16:creationId xmlns:a16="http://schemas.microsoft.com/office/drawing/2014/main" id="{FF2E6169-DFDC-D779-09A4-2D6F0FF8CCB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2618539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8802-76A7-EA73-2DFD-E44EC343F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CB56-8102-68A0-1E2B-7ECE94170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06.11.23 - Fireworks</a:t>
            </a:r>
          </a:p>
        </p:txBody>
      </p:sp>
      <p:pic>
        <p:nvPicPr>
          <p:cNvPr id="3" name="Online Media 2" title="Makaton for 'fireworks' 🎆🎇">
            <a:hlinkClick r:id="" action="ppaction://media"/>
            <a:extLst>
              <a:ext uri="{FF2B5EF4-FFF2-40B4-BE49-F238E27FC236}">
                <a16:creationId xmlns:a16="http://schemas.microsoft.com/office/drawing/2014/main" id="{74F77F39-7491-E7B2-588A-A996633B6B2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829551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D1280-5EB5-77E5-15B3-780E1A2A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D12A5-E7FB-E609-235C-95329D5F4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176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C8014-8B79-79CA-1AC6-86BC8847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0DB4C-E4FB-BF17-7578-8BD08EC7E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13.11.23 - Socks (for Anti-bullying week)</a:t>
            </a:r>
          </a:p>
        </p:txBody>
      </p:sp>
      <p:pic>
        <p:nvPicPr>
          <p:cNvPr id="3" name="Online Media 2" title="Makaton with Lucinda - Socks">
            <a:hlinkClick r:id="" action="ppaction://media"/>
            <a:extLst>
              <a:ext uri="{FF2B5EF4-FFF2-40B4-BE49-F238E27FC236}">
                <a16:creationId xmlns:a16="http://schemas.microsoft.com/office/drawing/2014/main" id="{DE44F14C-84DC-6555-AD03-F3F15F01ADC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1046879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E0E05-34FA-B899-C7FF-8F638ABB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07B1-B543-880A-D872-EB7C83AE5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20.11.23 - Football</a:t>
            </a:r>
          </a:p>
        </p:txBody>
      </p:sp>
      <p:pic>
        <p:nvPicPr>
          <p:cNvPr id="3" name="Online Media 2" title="Makaton Sign of the Week - Football ⚽️🥅">
            <a:hlinkClick r:id="" action="ppaction://media"/>
            <a:extLst>
              <a:ext uri="{FF2B5EF4-FFF2-40B4-BE49-F238E27FC236}">
                <a16:creationId xmlns:a16="http://schemas.microsoft.com/office/drawing/2014/main" id="{E7CA3859-42F7-20D3-AEEC-239F5778E55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4268969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D5D4D-5056-9E98-3EDE-91F9C4730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042D-3A87-1C35-D960-72047DD3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27.11.23 - To Work</a:t>
            </a:r>
          </a:p>
        </p:txBody>
      </p:sp>
      <p:pic>
        <p:nvPicPr>
          <p:cNvPr id="3" name="Online Media 2" title="Makaton for 'To Work'">
            <a:hlinkClick r:id="" action="ppaction://media"/>
            <a:extLst>
              <a:ext uri="{FF2B5EF4-FFF2-40B4-BE49-F238E27FC236}">
                <a16:creationId xmlns:a16="http://schemas.microsoft.com/office/drawing/2014/main" id="{69D593CD-383C-FA2F-1F33-B6F0EB45543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2402114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6C63-F97F-DC72-D125-1241DB539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6DA0E-B814-F73D-820E-9950F797B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04.12.23 - Good morning</a:t>
            </a:r>
          </a:p>
        </p:txBody>
      </p:sp>
      <p:pic>
        <p:nvPicPr>
          <p:cNvPr id="3" name="Online Media 2" title="Makaton for 'Good Morning' 👋">
            <a:hlinkClick r:id="" action="ppaction://media"/>
            <a:extLst>
              <a:ext uri="{FF2B5EF4-FFF2-40B4-BE49-F238E27FC236}">
                <a16:creationId xmlns:a16="http://schemas.microsoft.com/office/drawing/2014/main" id="{EE41F25A-B011-052E-1072-BB09A796331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blue card with a hand and a thumb up&#10;&#10;AI-generated content may be incorrect.">
            <a:extLst>
              <a:ext uri="{FF2B5EF4-FFF2-40B4-BE49-F238E27FC236}">
                <a16:creationId xmlns:a16="http://schemas.microsoft.com/office/drawing/2014/main" id="{E3CC5FF9-C65F-DE18-55A9-5AB4B2A26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006" y="-47176"/>
            <a:ext cx="40319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89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D07B-45D1-DAB0-7F3B-407FB23C6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B70F8-4D47-C51A-B235-1CC561059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11.12.23 - Good afternoon</a:t>
            </a:r>
          </a:p>
        </p:txBody>
      </p:sp>
      <p:pic>
        <p:nvPicPr>
          <p:cNvPr id="3" name="Online Media 2" title="Makaton for 'good afternoon'">
            <a:hlinkClick r:id="" action="ppaction://media"/>
            <a:extLst>
              <a:ext uri="{FF2B5EF4-FFF2-40B4-BE49-F238E27FC236}">
                <a16:creationId xmlns:a16="http://schemas.microsoft.com/office/drawing/2014/main" id="{D36CBC60-CDE8-0995-2BE3-43E487B901F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sign language&#10;&#10;AI-generated content may be incorrect.">
            <a:extLst>
              <a:ext uri="{FF2B5EF4-FFF2-40B4-BE49-F238E27FC236}">
                <a16:creationId xmlns:a16="http://schemas.microsoft.com/office/drawing/2014/main" id="{2A440E56-2094-24FB-C48E-68AA1CA09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969" y="-3954"/>
            <a:ext cx="4160628" cy="180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85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3570-F021-B712-83D6-A8C8B95EC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67EB-B2A6-9F8A-7E5C-A96BA41FE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01.01.24 - Goodbye</a:t>
            </a:r>
          </a:p>
        </p:txBody>
      </p:sp>
      <p:pic>
        <p:nvPicPr>
          <p:cNvPr id="3" name="Content Placeholder 2" descr="A close-up of a blue card&#10;&#10;AI-generated content may be incorrect.">
            <a:extLst>
              <a:ext uri="{FF2B5EF4-FFF2-40B4-BE49-F238E27FC236}">
                <a16:creationId xmlns:a16="http://schemas.microsoft.com/office/drawing/2014/main" id="{986F3D76-A1CF-0FC9-FAF0-81EFF510C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52154" y="95595"/>
            <a:ext cx="3940295" cy="1629135"/>
          </a:xfrm>
        </p:spPr>
      </p:pic>
      <p:pic>
        <p:nvPicPr>
          <p:cNvPr id="5" name="Online Media 4" title="Makaton for ‘GOODBYE’ 👋🏻">
            <a:hlinkClick r:id="" action="ppaction://media"/>
            <a:extLst>
              <a:ext uri="{FF2B5EF4-FFF2-40B4-BE49-F238E27FC236}">
                <a16:creationId xmlns:a16="http://schemas.microsoft.com/office/drawing/2014/main" id="{D817B3F5-B618-A73C-C82F-D1AA08E1E8A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405991" y="2238554"/>
            <a:ext cx="7381606" cy="426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75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85540-6B4F-DE63-C591-FF21BAB07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A8A8-99D9-3425-41E5-50F2312D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08.01.24  - Please</a:t>
            </a:r>
          </a:p>
        </p:txBody>
      </p:sp>
      <p:pic>
        <p:nvPicPr>
          <p:cNvPr id="3" name="Online Media 2" title="Makaton for 'Please'">
            <a:hlinkClick r:id="" action="ppaction://media"/>
            <a:extLst>
              <a:ext uri="{FF2B5EF4-FFF2-40B4-BE49-F238E27FC236}">
                <a16:creationId xmlns:a16="http://schemas.microsoft.com/office/drawing/2014/main" id="{2FF523DC-7F38-710C-4B7B-38E1767D9B6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blue card&#10;&#10;AI-generated content may be incorrect.">
            <a:extLst>
              <a:ext uri="{FF2B5EF4-FFF2-40B4-BE49-F238E27FC236}">
                <a16:creationId xmlns:a16="http://schemas.microsoft.com/office/drawing/2014/main" id="{A6427882-BAC4-879C-35FB-66E61FB5C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587" y="-7009"/>
            <a:ext cx="4307996" cy="169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32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C554C-F710-A420-0568-B427D853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C3B4C-9AC8-4F27-E13B-56BE1548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15.01.24 - Thank you</a:t>
            </a:r>
          </a:p>
        </p:txBody>
      </p:sp>
      <p:pic>
        <p:nvPicPr>
          <p:cNvPr id="3" name="Online Media 2" title="Makaton for 'Thank You'">
            <a:hlinkClick r:id="" action="ppaction://media"/>
            <a:extLst>
              <a:ext uri="{FF2B5EF4-FFF2-40B4-BE49-F238E27FC236}">
                <a16:creationId xmlns:a16="http://schemas.microsoft.com/office/drawing/2014/main" id="{D7C9312F-E86D-8A3F-85D3-55A54A9F7DD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A42A7697-19AA-5527-92CF-60518B165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857" y="3145"/>
            <a:ext cx="4307457" cy="170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823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BC51-2F50-F06D-C99A-34CDD98C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3AB7-99D4-E119-5BA3-E77F2872A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22.01.24  - Yes</a:t>
            </a:r>
          </a:p>
        </p:txBody>
      </p:sp>
      <p:pic>
        <p:nvPicPr>
          <p:cNvPr id="3" name="Online Media 2" title="Makaton sign for YES">
            <a:hlinkClick r:id="" action="ppaction://media"/>
            <a:extLst>
              <a:ext uri="{FF2B5EF4-FFF2-40B4-BE49-F238E27FC236}">
                <a16:creationId xmlns:a16="http://schemas.microsoft.com/office/drawing/2014/main" id="{78278D4F-848B-E6C2-B417-85862C6192FC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1A287029-77DA-08B0-8227-5B3FCC35A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054" y="160847"/>
            <a:ext cx="3973363" cy="166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651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7D9A6-260A-72DE-88B5-24490C3D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D1320-D2EA-BFB5-5DBA-DC0EB663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29.01.24  - Want</a:t>
            </a:r>
          </a:p>
        </p:txBody>
      </p:sp>
      <p:pic>
        <p:nvPicPr>
          <p:cNvPr id="3" name="Online Media 2" title="Makaton for 'To Want'">
            <a:hlinkClick r:id="" action="ppaction://media"/>
            <a:extLst>
              <a:ext uri="{FF2B5EF4-FFF2-40B4-BE49-F238E27FC236}">
                <a16:creationId xmlns:a16="http://schemas.microsoft.com/office/drawing/2014/main" id="{7D79FF97-0226-A1B1-0068-5FA83120CA0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D912E3D3-1294-E8FB-8C96-D939D1927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224" y="-6560"/>
            <a:ext cx="4020269" cy="169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21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9EAFB-874A-BD46-3B8E-0DB857B7B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B1A39-BED0-DBB0-E1B4-9B1B70058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05.02.24 - Thirsty </a:t>
            </a:r>
          </a:p>
        </p:txBody>
      </p:sp>
      <p:pic>
        <p:nvPicPr>
          <p:cNvPr id="3" name="Online Media 2" title="Makaton for 'Thirsty'">
            <a:hlinkClick r:id="" action="ppaction://media"/>
            <a:extLst>
              <a:ext uri="{FF2B5EF4-FFF2-40B4-BE49-F238E27FC236}">
                <a16:creationId xmlns:a16="http://schemas.microsoft.com/office/drawing/2014/main" id="{115A074A-A2E3-455C-9860-31B22C0378D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yellow card with a picture of a person and a picture of a drink&#10;&#10;AI-generated content may be incorrect.">
            <a:extLst>
              <a:ext uri="{FF2B5EF4-FFF2-40B4-BE49-F238E27FC236}">
                <a16:creationId xmlns:a16="http://schemas.microsoft.com/office/drawing/2014/main" id="{7C509A77-FD46-6690-4DCA-6A76F9A76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371" y="3325"/>
            <a:ext cx="3839295" cy="173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102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FE075-AA89-C594-5339-ED1BF761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AA2DE-69B3-E560-AFF2-8CCD71FB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19.02.24 - Stop</a:t>
            </a:r>
          </a:p>
        </p:txBody>
      </p:sp>
      <p:pic>
        <p:nvPicPr>
          <p:cNvPr id="3" name="Online Media 2" title="Makaton for 'stop' 🤚">
            <a:hlinkClick r:id="" action="ppaction://media"/>
            <a:extLst>
              <a:ext uri="{FF2B5EF4-FFF2-40B4-BE49-F238E27FC236}">
                <a16:creationId xmlns:a16="http://schemas.microsoft.com/office/drawing/2014/main" id="{159CC10A-20BF-E9D5-3CA2-1D299E9A169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2861774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053A5-3BA0-9AC2-F98C-B2FB73CB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8EFF-9048-35F1-2DFB-1D7BB14D9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26.02.24 - Sorry </a:t>
            </a:r>
          </a:p>
        </p:txBody>
      </p:sp>
      <p:pic>
        <p:nvPicPr>
          <p:cNvPr id="3" name="Online Media 2" title="Makaton sign of the week - sorry">
            <a:hlinkClick r:id="" action="ppaction://media"/>
            <a:extLst>
              <a:ext uri="{FF2B5EF4-FFF2-40B4-BE49-F238E27FC236}">
                <a16:creationId xmlns:a16="http://schemas.microsoft.com/office/drawing/2014/main" id="{12317E81-15E4-420C-6FBD-5CDAE9CA770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yellow sign with a picture of a person&#10;&#10;AI-generated content may be incorrect.">
            <a:extLst>
              <a:ext uri="{FF2B5EF4-FFF2-40B4-BE49-F238E27FC236}">
                <a16:creationId xmlns:a16="http://schemas.microsoft.com/office/drawing/2014/main" id="{A81076F4-2A77-227C-4502-388E6E640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196" y="64608"/>
            <a:ext cx="4455005" cy="192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83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332C-9BBA-9C5B-500F-8A1678C3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1C8E-28B4-058F-AAEF-ED1F7058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04.03.24  - Sit</a:t>
            </a:r>
          </a:p>
        </p:txBody>
      </p:sp>
      <p:pic>
        <p:nvPicPr>
          <p:cNvPr id="3" name="Online Media 2" title="Sign for Sit | BSL Signs (UK)">
            <a:hlinkClick r:id="" action="ppaction://media"/>
            <a:extLst>
              <a:ext uri="{FF2B5EF4-FFF2-40B4-BE49-F238E27FC236}">
                <a16:creationId xmlns:a16="http://schemas.microsoft.com/office/drawing/2014/main" id="{EA0ABF07-3A46-0242-87D2-1221991F6CF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CFFBE064-993E-B53E-FFCD-F37E5A877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189" y="-6829"/>
            <a:ext cx="4183811" cy="169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80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0A5C0-8B76-5B6B-B2AF-1E7E2115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95B8-CC63-000E-21B6-1EA12CFDC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11.03.24  - Choose </a:t>
            </a:r>
          </a:p>
        </p:txBody>
      </p:sp>
      <p:pic>
        <p:nvPicPr>
          <p:cNvPr id="3" name="Online Media 2" title="Makaton for - 'To Choose'">
            <a:hlinkClick r:id="" action="ppaction://media"/>
            <a:extLst>
              <a:ext uri="{FF2B5EF4-FFF2-40B4-BE49-F238E27FC236}">
                <a16:creationId xmlns:a16="http://schemas.microsoft.com/office/drawing/2014/main" id="{FF940068-2114-F0F9-425B-5C28B12F291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pink card&#10;&#10;AI-generated content may be incorrect.">
            <a:extLst>
              <a:ext uri="{FF2B5EF4-FFF2-40B4-BE49-F238E27FC236}">
                <a16:creationId xmlns:a16="http://schemas.microsoft.com/office/drawing/2014/main" id="{529887FE-A6BB-6696-02E0-A66C0F489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916" y="-6739"/>
            <a:ext cx="3895905" cy="172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634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51010-37F4-F896-88FD-73DCA958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6B9F-BEEF-FC0E-DDE7-625ED61B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18.03.24  - Angry </a:t>
            </a:r>
          </a:p>
        </p:txBody>
      </p:sp>
      <p:pic>
        <p:nvPicPr>
          <p:cNvPr id="3" name="Online Media 2" title="Makaton for 'Angry' 😡">
            <a:hlinkClick r:id="" action="ppaction://media"/>
            <a:extLst>
              <a:ext uri="{FF2B5EF4-FFF2-40B4-BE49-F238E27FC236}">
                <a16:creationId xmlns:a16="http://schemas.microsoft.com/office/drawing/2014/main" id="{A5844C46-57EB-0A90-F87B-171064508D4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yellow sign with a picture of a person&amp;#39;s chest&#10;&#10;AI-generated content may be incorrect.">
            <a:extLst>
              <a:ext uri="{FF2B5EF4-FFF2-40B4-BE49-F238E27FC236}">
                <a16:creationId xmlns:a16="http://schemas.microsoft.com/office/drawing/2014/main" id="{30C554EE-CDD6-9113-7F97-C049BD43F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191" y="-6560"/>
            <a:ext cx="4437392" cy="181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115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45845-6686-716B-A0D4-FBC35A7D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E7822-F65B-48FD-F824-BF8943609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25.03.24  - Calm </a:t>
            </a:r>
          </a:p>
        </p:txBody>
      </p:sp>
      <p:pic>
        <p:nvPicPr>
          <p:cNvPr id="3" name="Online Media 2" title="Makaton for 'To be Patient / Calm'">
            <a:hlinkClick r:id="" action="ppaction://media"/>
            <a:extLst>
              <a:ext uri="{FF2B5EF4-FFF2-40B4-BE49-F238E27FC236}">
                <a16:creationId xmlns:a16="http://schemas.microsoft.com/office/drawing/2014/main" id="{8EEFD04C-7DA3-E020-E77B-3AE551A99E6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E42174-5085-BC4A-AA2A-EB45AAC16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922" y="151412"/>
            <a:ext cx="4336571" cy="176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24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2E55-DCDD-4F7D-AD43-E449EB07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1E23-9E8E-9373-14E3-F4E6B2B7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15.04.24  - Find</a:t>
            </a:r>
          </a:p>
        </p:txBody>
      </p:sp>
      <p:pic>
        <p:nvPicPr>
          <p:cNvPr id="3" name="Online Media 2" title="Makaton for 'To Find'">
            <a:hlinkClick r:id="" action="ppaction://media"/>
            <a:extLst>
              <a:ext uri="{FF2B5EF4-FFF2-40B4-BE49-F238E27FC236}">
                <a16:creationId xmlns:a16="http://schemas.microsoft.com/office/drawing/2014/main" id="{F38AF618-7C81-4EA6-16DE-9CFCB1F50C9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F89B94-9A49-FA0F-97FA-69D2F1358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091" y="3055"/>
            <a:ext cx="4456083" cy="179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49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FE6E7-99C0-AAF3-59A5-6AC9CD7B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7EC73-F0D9-169F-44D6-E0E45115F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22.04.24  - Finish</a:t>
            </a:r>
          </a:p>
        </p:txBody>
      </p:sp>
      <p:pic>
        <p:nvPicPr>
          <p:cNvPr id="3" name="Online Media 2" title="Makaton for 'to finish / all gone'">
            <a:hlinkClick r:id="" action="ppaction://media"/>
            <a:extLst>
              <a:ext uri="{FF2B5EF4-FFF2-40B4-BE49-F238E27FC236}">
                <a16:creationId xmlns:a16="http://schemas.microsoft.com/office/drawing/2014/main" id="{22BB3134-604F-CEAB-568D-BE659C7AB9C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B166A016-6248-F7B4-7FAC-4354E03A1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097" y="-1797"/>
            <a:ext cx="4250487" cy="181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9924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C4C3F-5E91-138C-20F1-2037A544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76542-DC71-1A40-D76D-A15ACC84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29.04.24  - Hungry</a:t>
            </a:r>
          </a:p>
        </p:txBody>
      </p:sp>
      <p:pic>
        <p:nvPicPr>
          <p:cNvPr id="3" name="Online Media 2" title="Makaton for 'hungry'">
            <a:hlinkClick r:id="" action="ppaction://media"/>
            <a:extLst>
              <a:ext uri="{FF2B5EF4-FFF2-40B4-BE49-F238E27FC236}">
                <a16:creationId xmlns:a16="http://schemas.microsoft.com/office/drawing/2014/main" id="{D3BB8F6F-100D-6A18-3316-286E2C3F751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yellow card with a picture of a person and a picture of a person&#10;&#10;AI-generated content may be incorrect.">
            <a:extLst>
              <a:ext uri="{FF2B5EF4-FFF2-40B4-BE49-F238E27FC236}">
                <a16:creationId xmlns:a16="http://schemas.microsoft.com/office/drawing/2014/main" id="{24B41EED-E9FD-5A0E-FB50-C8C2C30D8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899" y="-20578"/>
            <a:ext cx="3843069" cy="173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7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69367-1CD5-5EB2-AC2B-07473AAB1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E6D2-013E-8F4E-48E3-1A86CB9C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07.05.24  - Give </a:t>
            </a:r>
          </a:p>
        </p:txBody>
      </p:sp>
      <p:pic>
        <p:nvPicPr>
          <p:cNvPr id="3" name="Online Media 2" title="Makaton for 'to give'">
            <a:hlinkClick r:id="" action="ppaction://media"/>
            <a:extLst>
              <a:ext uri="{FF2B5EF4-FFF2-40B4-BE49-F238E27FC236}">
                <a16:creationId xmlns:a16="http://schemas.microsoft.com/office/drawing/2014/main" id="{7DBCA7CA-F61A-FD4E-5C43-148A0395CEB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3A874757-2B24-D693-EF07-341B6598E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022" y="37022"/>
            <a:ext cx="4152901" cy="179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399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EC393-1502-BB06-5E63-7BAEAC1AA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A939A-E01D-2173-7281-616663784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13.05.24  - Want </a:t>
            </a:r>
          </a:p>
        </p:txBody>
      </p:sp>
      <p:pic>
        <p:nvPicPr>
          <p:cNvPr id="3" name="Online Media 2" title="Makaton for 'To Want'">
            <a:hlinkClick r:id="" action="ppaction://media"/>
            <a:extLst>
              <a:ext uri="{FF2B5EF4-FFF2-40B4-BE49-F238E27FC236}">
                <a16:creationId xmlns:a16="http://schemas.microsoft.com/office/drawing/2014/main" id="{4D49F8A5-BC2F-5409-B963-6114657944C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yellow rectangular sign with black and white images&#10;&#10;AI-generated content may be incorrect.">
            <a:extLst>
              <a:ext uri="{FF2B5EF4-FFF2-40B4-BE49-F238E27FC236}">
                <a16:creationId xmlns:a16="http://schemas.microsoft.com/office/drawing/2014/main" id="{B53674B6-EA29-8DDD-2EC6-814C3132E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1015" y="144673"/>
            <a:ext cx="4726198" cy="178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52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34706-1DA0-9CEB-8711-4BA04435C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DB37-C012-5C2B-1248-5DA688032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20.05.24 Worried - </a:t>
            </a:r>
          </a:p>
        </p:txBody>
      </p:sp>
      <p:pic>
        <p:nvPicPr>
          <p:cNvPr id="3" name="Online Media 2" title="Makaton sign for Worried">
            <a:hlinkClick r:id="" action="ppaction://media"/>
            <a:extLst>
              <a:ext uri="{FF2B5EF4-FFF2-40B4-BE49-F238E27FC236}">
                <a16:creationId xmlns:a16="http://schemas.microsoft.com/office/drawing/2014/main" id="{0A111153-CC8F-2680-8654-8753E914B89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yellow sign with a drawing of a person holding an apple&#10;&#10;AI-generated content may be incorrect.">
            <a:extLst>
              <a:ext uri="{FF2B5EF4-FFF2-40B4-BE49-F238E27FC236}">
                <a16:creationId xmlns:a16="http://schemas.microsoft.com/office/drawing/2014/main" id="{537B24C9-6C5F-CF1B-FF3D-39C4D6E7A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885" y="84197"/>
            <a:ext cx="4436494" cy="174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34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11CB8-F31C-2A29-911F-3FF620C02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C59E-C55E-811E-4B88-A42BA00AC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03.06.24  - Colour</a:t>
            </a:r>
          </a:p>
        </p:txBody>
      </p:sp>
      <p:pic>
        <p:nvPicPr>
          <p:cNvPr id="3" name="Online Media 2" title="Makaton sign for Colour  - Isabella Signs">
            <a:hlinkClick r:id="" action="ppaction://media"/>
            <a:extLst>
              <a:ext uri="{FF2B5EF4-FFF2-40B4-BE49-F238E27FC236}">
                <a16:creationId xmlns:a16="http://schemas.microsoft.com/office/drawing/2014/main" id="{AA386378-5FD3-4236-7059-EFB55DA0D77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person with their hand up&#10;&#10;AI-generated content may be incorrect.">
            <a:extLst>
              <a:ext uri="{FF2B5EF4-FFF2-40B4-BE49-F238E27FC236}">
                <a16:creationId xmlns:a16="http://schemas.microsoft.com/office/drawing/2014/main" id="{CE31AA86-BF62-BEA3-C4F6-D8D9A8BA2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0288" y="4493"/>
            <a:ext cx="2271803" cy="181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844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11CA3-8AAF-E699-7601-531CF97F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FDA98-1D6D-567C-2DA1-2ECF6E77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10.06.24  - Red </a:t>
            </a:r>
          </a:p>
        </p:txBody>
      </p:sp>
      <p:pic>
        <p:nvPicPr>
          <p:cNvPr id="3" name="Online Media 2" title="Makaton for Red ❤">
            <a:hlinkClick r:id="" action="ppaction://media"/>
            <a:extLst>
              <a:ext uri="{FF2B5EF4-FFF2-40B4-BE49-F238E27FC236}">
                <a16:creationId xmlns:a16="http://schemas.microsoft.com/office/drawing/2014/main" id="{3F681CCF-BDB4-FBE4-D50E-8B1B0D0CE84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person with a finger on their mouth&#10;&#10;AI-generated content may be incorrect.">
            <a:extLst>
              <a:ext uri="{FF2B5EF4-FFF2-40B4-BE49-F238E27FC236}">
                <a16:creationId xmlns:a16="http://schemas.microsoft.com/office/drawing/2014/main" id="{4A09F7ED-49E5-927F-6AFC-29FF7CE20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6692" y="364377"/>
            <a:ext cx="19240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846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00A5C-8F69-ED36-B9E6-EC881ACEC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7EA0-D308-8AED-1B5C-EEAA377DC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17.06.24  - Blue </a:t>
            </a:r>
          </a:p>
        </p:txBody>
      </p:sp>
      <p:pic>
        <p:nvPicPr>
          <p:cNvPr id="3" name="Online Media 2" title="Makaton for 'Blue' 💙">
            <a:hlinkClick r:id="" action="ppaction://media"/>
            <a:extLst>
              <a:ext uri="{FF2B5EF4-FFF2-40B4-BE49-F238E27FC236}">
                <a16:creationId xmlns:a16="http://schemas.microsoft.com/office/drawing/2014/main" id="{8D65229D-A366-B20F-1B44-D3949D3A3A4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drawing of a person with their hands crossed&#10;&#10;AI-generated content may be incorrect.">
            <a:extLst>
              <a:ext uri="{FF2B5EF4-FFF2-40B4-BE49-F238E27FC236}">
                <a16:creationId xmlns:a16="http://schemas.microsoft.com/office/drawing/2014/main" id="{2EC15C14-CFB0-B47E-7F07-327544C43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300" y="3774"/>
            <a:ext cx="2036193" cy="203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291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AD480-B0D3-48AA-6116-8578331B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C0D4-7079-C250-4A34-6486EDAB7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24.06.24  - Green </a:t>
            </a:r>
          </a:p>
        </p:txBody>
      </p:sp>
      <p:pic>
        <p:nvPicPr>
          <p:cNvPr id="3" name="Online Media 2" title="Makaton sign for green.">
            <a:hlinkClick r:id="" action="ppaction://media"/>
            <a:extLst>
              <a:ext uri="{FF2B5EF4-FFF2-40B4-BE49-F238E27FC236}">
                <a16:creationId xmlns:a16="http://schemas.microsoft.com/office/drawing/2014/main" id="{FE883986-905E-A834-ABDF-7636B03F604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black line drawing of a person holding their hands&#10;&#10;AI-generated content may be incorrect.">
            <a:extLst>
              <a:ext uri="{FF2B5EF4-FFF2-40B4-BE49-F238E27FC236}">
                <a16:creationId xmlns:a16="http://schemas.microsoft.com/office/drawing/2014/main" id="{CD730B7F-D082-4998-8539-9F017B779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5282" y="8267"/>
            <a:ext cx="2011211" cy="238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9212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FCBA0-CAE7-8BA1-17CD-48C67FEE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3C2B6-3C69-A07D-C1BD-833F2203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01.07.24 - Orange </a:t>
            </a:r>
          </a:p>
        </p:txBody>
      </p:sp>
      <p:pic>
        <p:nvPicPr>
          <p:cNvPr id="3" name="Online Media 2" title="Makaton for 'orange' 🍊">
            <a:hlinkClick r:id="" action="ppaction://media"/>
            <a:extLst>
              <a:ext uri="{FF2B5EF4-FFF2-40B4-BE49-F238E27FC236}">
                <a16:creationId xmlns:a16="http://schemas.microsoft.com/office/drawing/2014/main" id="{A3F468F3-D6CA-C479-4C97-94049878A7B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person with a hand on their face&#10;&#10;AI-generated content may be incorrect.">
            <a:extLst>
              <a:ext uri="{FF2B5EF4-FFF2-40B4-BE49-F238E27FC236}">
                <a16:creationId xmlns:a16="http://schemas.microsoft.com/office/drawing/2014/main" id="{3843AC3B-1DDD-9DB8-3839-1849F6BC4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578" y="-2605"/>
            <a:ext cx="2125334" cy="230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252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4D93-C248-BB23-DA63-CDF29E08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BD4C3-2C95-8144-425E-052C52DE9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08.07.24  - Purple </a:t>
            </a:r>
          </a:p>
        </p:txBody>
      </p:sp>
      <p:pic>
        <p:nvPicPr>
          <p:cNvPr id="3" name="Online Media 2" title="Makaton sign for PURPLE">
            <a:hlinkClick r:id="" action="ppaction://media"/>
            <a:extLst>
              <a:ext uri="{FF2B5EF4-FFF2-40B4-BE49-F238E27FC236}">
                <a16:creationId xmlns:a16="http://schemas.microsoft.com/office/drawing/2014/main" id="{6A2A2324-10AF-E872-5419-5BD2C9779E0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purple and black color&#10;&#10;AI-generated content may be incorrect.">
            <a:extLst>
              <a:ext uri="{FF2B5EF4-FFF2-40B4-BE49-F238E27FC236}">
                <a16:creationId xmlns:a16="http://schemas.microsoft.com/office/drawing/2014/main" id="{0C4ADCFF-6557-8820-2D59-AADA5F044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4181" y="-5483"/>
            <a:ext cx="3538808" cy="172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592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0F559-14FB-F7EF-6265-F671C8F9B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14749-C845-45F1-79F5-DD481AA2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15.07.24 Rainbow </a:t>
            </a:r>
          </a:p>
        </p:txBody>
      </p:sp>
      <p:pic>
        <p:nvPicPr>
          <p:cNvPr id="3" name="Online Media 2" title="Makaton for 'Rainbow' 🌈">
            <a:hlinkClick r:id="" action="ppaction://media"/>
            <a:extLst>
              <a:ext uri="{FF2B5EF4-FFF2-40B4-BE49-F238E27FC236}">
                <a16:creationId xmlns:a16="http://schemas.microsoft.com/office/drawing/2014/main" id="{BA664808-8369-FC31-5E32-38EE713A320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37879718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CE8AB-5790-9039-C0F6-216E2599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9370-E5D1-1CA3-A3A7-CD769468D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09.09.24  -  School </a:t>
            </a:r>
          </a:p>
        </p:txBody>
      </p:sp>
      <p:pic>
        <p:nvPicPr>
          <p:cNvPr id="3" name="Online Media 2" title="Makaton for 'School' 🏫">
            <a:hlinkClick r:id="" action="ppaction://media"/>
            <a:extLst>
              <a:ext uri="{FF2B5EF4-FFF2-40B4-BE49-F238E27FC236}">
                <a16:creationId xmlns:a16="http://schemas.microsoft.com/office/drawing/2014/main" id="{8767CC55-3896-56A7-8239-5CC61C291DB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school sign and a sign&#10;&#10;AI-generated content may be incorrect.">
            <a:extLst>
              <a:ext uri="{FF2B5EF4-FFF2-40B4-BE49-F238E27FC236}">
                <a16:creationId xmlns:a16="http://schemas.microsoft.com/office/drawing/2014/main" id="{EBB551DD-D7E3-70DC-FF32-408A13C61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310" y="48434"/>
            <a:ext cx="3037757" cy="167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79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A3B37-1115-1183-DE34-97A94CB0D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5D4D-48CE-71B3-4B94-DA610300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16.09.24  -  Teacher </a:t>
            </a:r>
          </a:p>
        </p:txBody>
      </p:sp>
      <p:pic>
        <p:nvPicPr>
          <p:cNvPr id="3" name="Online Media 2" title="Makaton for 'Teacher' 👨‍🏫">
            <a:hlinkClick r:id="" action="ppaction://media"/>
            <a:extLst>
              <a:ext uri="{FF2B5EF4-FFF2-40B4-BE49-F238E27FC236}">
                <a16:creationId xmlns:a16="http://schemas.microsoft.com/office/drawing/2014/main" id="{82906C30-F475-B300-7D2D-B90DC46380D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person holding a magnifying glass&#10;&#10;AI-generated content may be incorrect.">
            <a:extLst>
              <a:ext uri="{FF2B5EF4-FFF2-40B4-BE49-F238E27FC236}">
                <a16:creationId xmlns:a16="http://schemas.microsoft.com/office/drawing/2014/main" id="{6E7C1C70-BC66-9457-204C-83C7570E1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011" y="79435"/>
            <a:ext cx="321945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516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64677-DBAE-F82F-7B91-74A6D04C9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9924F-523E-F942-35CC-F4DFEB8D6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23.09.24  - How are you? </a:t>
            </a:r>
          </a:p>
        </p:txBody>
      </p:sp>
      <p:pic>
        <p:nvPicPr>
          <p:cNvPr id="3" name="Online Media 2" title="Makaton for 'How are you?'">
            <a:hlinkClick r:id="" action="ppaction://media"/>
            <a:extLst>
              <a:ext uri="{FF2B5EF4-FFF2-40B4-BE49-F238E27FC236}">
                <a16:creationId xmlns:a16="http://schemas.microsoft.com/office/drawing/2014/main" id="{4EEE9A1D-B1CE-BF8A-3725-D2A68968F03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37488214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D696A-B817-B05B-8213-05FE07EC3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7CB1A-07B2-6D3A-F188-D97EECEEC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30.09.24  - Happy </a:t>
            </a:r>
          </a:p>
        </p:txBody>
      </p:sp>
      <p:pic>
        <p:nvPicPr>
          <p:cNvPr id="3" name="Online Media 2" title="Makaton for ‘HAPPY’">
            <a:hlinkClick r:id="" action="ppaction://media"/>
            <a:extLst>
              <a:ext uri="{FF2B5EF4-FFF2-40B4-BE49-F238E27FC236}">
                <a16:creationId xmlns:a16="http://schemas.microsoft.com/office/drawing/2014/main" id="{444EA9C0-133B-BC74-DB0B-3D2EB767BE1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person with their hands on their chest&#10;&#10;AI-generated content may be incorrect.">
            <a:extLst>
              <a:ext uri="{FF2B5EF4-FFF2-40B4-BE49-F238E27FC236}">
                <a16:creationId xmlns:a16="http://schemas.microsoft.com/office/drawing/2014/main" id="{63D3C559-C364-8A1F-706D-70DE5547B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6729" y="-22913"/>
            <a:ext cx="1737145" cy="208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136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EDFA3-B478-D0B0-768A-99F5BBA84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58178-3BD9-B0B0-19C5-E792C7D88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07.10.24  - Sad </a:t>
            </a:r>
          </a:p>
        </p:txBody>
      </p:sp>
      <p:pic>
        <p:nvPicPr>
          <p:cNvPr id="3" name="Online Media 2" title="Makaton sign for sad">
            <a:hlinkClick r:id="" action="ppaction://media"/>
            <a:extLst>
              <a:ext uri="{FF2B5EF4-FFF2-40B4-BE49-F238E27FC236}">
                <a16:creationId xmlns:a16="http://schemas.microsoft.com/office/drawing/2014/main" id="{5DDF1D78-DC65-32CC-8355-1D36970FB09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drawing of a person with their hand to their face&#10;&#10;AI-generated content may be incorrect.">
            <a:extLst>
              <a:ext uri="{FF2B5EF4-FFF2-40B4-BE49-F238E27FC236}">
                <a16:creationId xmlns:a16="http://schemas.microsoft.com/office/drawing/2014/main" id="{EDEB1E94-CA42-FC77-3925-23CCC99F0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516" y="-4583"/>
            <a:ext cx="2349081" cy="305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5646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0FA3A-13EE-8DBF-DE7F-A55ABADB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F7D7-7583-6E79-334F-9D82E82D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14.10.24  - Hungry</a:t>
            </a:r>
          </a:p>
        </p:txBody>
      </p:sp>
      <p:pic>
        <p:nvPicPr>
          <p:cNvPr id="3" name="Online Media 2" title="Makaton for 'hungry'">
            <a:hlinkClick r:id="" action="ppaction://media"/>
            <a:extLst>
              <a:ext uri="{FF2B5EF4-FFF2-40B4-BE49-F238E27FC236}">
                <a16:creationId xmlns:a16="http://schemas.microsoft.com/office/drawing/2014/main" id="{CE1D4211-B7C1-864B-BB38-398BF0F5976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yellow card with a picture of a person and a picture of a person&#10;&#10;AI-generated content may be incorrect.">
            <a:extLst>
              <a:ext uri="{FF2B5EF4-FFF2-40B4-BE49-F238E27FC236}">
                <a16:creationId xmlns:a16="http://schemas.microsoft.com/office/drawing/2014/main" id="{1E797C52-049C-97E2-8E39-817AA262B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899" y="-20578"/>
            <a:ext cx="3843069" cy="173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111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6AFDC-2000-31E5-2C2B-BE360A929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8C90-69D3-B57D-C8F4-6CCD7693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21.10.24 - Autumn</a:t>
            </a:r>
          </a:p>
        </p:txBody>
      </p:sp>
      <p:pic>
        <p:nvPicPr>
          <p:cNvPr id="3" name="Online Media 2" title="Makaton for 'Autumn' 🍁">
            <a:hlinkClick r:id="" action="ppaction://media"/>
            <a:extLst>
              <a:ext uri="{FF2B5EF4-FFF2-40B4-BE49-F238E27FC236}">
                <a16:creationId xmlns:a16="http://schemas.microsoft.com/office/drawing/2014/main" id="{1CE5A644-DA68-4310-FC44-A3376CE17CDC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person with a hand drawn on it&#10;&#10;AI-generated content may be incorrect.">
            <a:extLst>
              <a:ext uri="{FF2B5EF4-FFF2-40B4-BE49-F238E27FC236}">
                <a16:creationId xmlns:a16="http://schemas.microsoft.com/office/drawing/2014/main" id="{36EFAA41-DF9E-C5CC-6128-CDA3309B3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2609" y="360512"/>
            <a:ext cx="1943460" cy="224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1030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9AAB-F1D5-189A-0CE2-661CD8E8B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DD07-1A6A-2BEF-ED72-D206C7F3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04.11.24  - Who?</a:t>
            </a:r>
          </a:p>
        </p:txBody>
      </p:sp>
      <p:pic>
        <p:nvPicPr>
          <p:cNvPr id="3" name="Online Media 2" title="Makaton for 'who?'">
            <a:hlinkClick r:id="" action="ppaction://media"/>
            <a:extLst>
              <a:ext uri="{FF2B5EF4-FFF2-40B4-BE49-F238E27FC236}">
                <a16:creationId xmlns:a16="http://schemas.microsoft.com/office/drawing/2014/main" id="{BB8F4CF7-FF59-A781-7988-9F41B5EF762C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8ED7C4-F199-001E-61D9-C907719FC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127" y="6381"/>
            <a:ext cx="2122277" cy="185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593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13EB2-C28A-5820-932C-3232E6D7B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F0FB0-320C-4A78-667F-91F810F0D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11.11.24  - What?</a:t>
            </a:r>
          </a:p>
        </p:txBody>
      </p:sp>
      <p:pic>
        <p:nvPicPr>
          <p:cNvPr id="7" name="Online Media 6" title="MAKATON: What is your name?">
            <a:hlinkClick r:id="" action="ppaction://media"/>
            <a:extLst>
              <a:ext uri="{FF2B5EF4-FFF2-40B4-BE49-F238E27FC236}">
                <a16:creationId xmlns:a16="http://schemas.microsoft.com/office/drawing/2014/main" id="{6EB7ECFF-D3D9-178F-6B69-016C20DCF00C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8" name="Picture 7" descr="A person holding a razor&#10;&#10;AI-generated content may be incorrect.">
            <a:extLst>
              <a:ext uri="{FF2B5EF4-FFF2-40B4-BE49-F238E27FC236}">
                <a16:creationId xmlns:a16="http://schemas.microsoft.com/office/drawing/2014/main" id="{79FD90A9-4D50-408C-36F4-7E1E4127A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812" y="989"/>
            <a:ext cx="2403356" cy="241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326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A90C7-3E13-E6EE-F0DB-B1DFB247A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72F55-C647-9B29-374E-5B934735E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18.11.24  - When? </a:t>
            </a:r>
          </a:p>
        </p:txBody>
      </p:sp>
      <p:pic>
        <p:nvPicPr>
          <p:cNvPr id="3" name="Online Media 2" title="Makaton sign for WHEN">
            <a:hlinkClick r:id="" action="ppaction://media"/>
            <a:extLst>
              <a:ext uri="{FF2B5EF4-FFF2-40B4-BE49-F238E27FC236}">
                <a16:creationId xmlns:a16="http://schemas.microsoft.com/office/drawing/2014/main" id="{B227C0CF-A40C-9B6A-3386-1931BD8FEB1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4" name="Picture 3" descr="A drawing of a person holding two fingers up&#10;&#10;AI-generated content may be incorrect.">
            <a:extLst>
              <a:ext uri="{FF2B5EF4-FFF2-40B4-BE49-F238E27FC236}">
                <a16:creationId xmlns:a16="http://schemas.microsoft.com/office/drawing/2014/main" id="{C740C790-C4A4-BD96-105D-E888D15D8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6692" y="-3415"/>
            <a:ext cx="19240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918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2F636-E16E-0BBD-4E3F-C10294B9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0D0B9-6DD9-4F68-C617-B1A75DEB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25.11.24  - Why? </a:t>
            </a:r>
          </a:p>
        </p:txBody>
      </p:sp>
      <p:pic>
        <p:nvPicPr>
          <p:cNvPr id="3" name="Online Media 2" title="Makaton for 'why?'">
            <a:hlinkClick r:id="" action="ppaction://media"/>
            <a:extLst>
              <a:ext uri="{FF2B5EF4-FFF2-40B4-BE49-F238E27FC236}">
                <a16:creationId xmlns:a16="http://schemas.microsoft.com/office/drawing/2014/main" id="{484F16E5-6117-7221-9124-7C67A15FBFC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4" name="Picture 3" descr="A person pointing to the side&#10;&#10;AI-generated content may be incorrect.">
            <a:extLst>
              <a:ext uri="{FF2B5EF4-FFF2-40B4-BE49-F238E27FC236}">
                <a16:creationId xmlns:a16="http://schemas.microsoft.com/office/drawing/2014/main" id="{A5C7EA2D-8D2E-8E73-C411-3E291E2F1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24" y="-65685"/>
            <a:ext cx="2448824" cy="218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973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9917F-942E-5074-BC87-2715E7BC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F4642-917D-FCA3-9843-96D06BEF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03.12.24  - How?</a:t>
            </a:r>
          </a:p>
        </p:txBody>
      </p:sp>
      <p:pic>
        <p:nvPicPr>
          <p:cNvPr id="3" name="Online Media 2" title="Makaton for 'How?'">
            <a:hlinkClick r:id="" action="ppaction://media"/>
            <a:extLst>
              <a:ext uri="{FF2B5EF4-FFF2-40B4-BE49-F238E27FC236}">
                <a16:creationId xmlns:a16="http://schemas.microsoft.com/office/drawing/2014/main" id="{1408D01B-49C4-E14B-F9EB-2DC185365B5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32986F-8086-F594-95C6-6EBE33E81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864" y="143234"/>
            <a:ext cx="3952875" cy="155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833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7EDCC-5299-7D37-3EC3-D4C671C7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A15E4-71D2-9F73-7EE4-552F1864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09.12.24  - Christmas</a:t>
            </a:r>
          </a:p>
        </p:txBody>
      </p:sp>
      <p:pic>
        <p:nvPicPr>
          <p:cNvPr id="3" name="Online Media 2" title="Makaton for 'Christmas' 🎄🎁">
            <a:hlinkClick r:id="" action="ppaction://media"/>
            <a:extLst>
              <a:ext uri="{FF2B5EF4-FFF2-40B4-BE49-F238E27FC236}">
                <a16:creationId xmlns:a16="http://schemas.microsoft.com/office/drawing/2014/main" id="{7DA4F1C9-11FF-E81A-3465-4067B743941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4" name="Picture 3" descr="A black and white drawing of a person&#10;&#10;AI-generated content may be incorrect.">
            <a:extLst>
              <a:ext uri="{FF2B5EF4-FFF2-40B4-BE49-F238E27FC236}">
                <a16:creationId xmlns:a16="http://schemas.microsoft.com/office/drawing/2014/main" id="{39175445-5F90-FB69-76BA-31F054F5F9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293" r="334" b="610"/>
          <a:stretch/>
        </p:blipFill>
        <p:spPr>
          <a:xfrm>
            <a:off x="7921026" y="-4582"/>
            <a:ext cx="4271917" cy="190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923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AE400-7997-4D93-F367-3DF367FD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8E5F-6413-E6EF-FB23-199AB8F2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16.12.24  - Snow </a:t>
            </a:r>
          </a:p>
        </p:txBody>
      </p:sp>
      <p:pic>
        <p:nvPicPr>
          <p:cNvPr id="3" name="Online Media 2" title="Makaton for 'snow' ❄️">
            <a:hlinkClick r:id="" action="ppaction://media"/>
            <a:extLst>
              <a:ext uri="{FF2B5EF4-FFF2-40B4-BE49-F238E27FC236}">
                <a16:creationId xmlns:a16="http://schemas.microsoft.com/office/drawing/2014/main" id="{9E1CE65C-A4CE-978F-2ED0-3F04A134842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4" name="Picture 3" descr="A black and white picture of a person covering their face&#10;&#10;AI-generated content may be incorrect.">
            <a:extLst>
              <a:ext uri="{FF2B5EF4-FFF2-40B4-BE49-F238E27FC236}">
                <a16:creationId xmlns:a16="http://schemas.microsoft.com/office/drawing/2014/main" id="{24F7121C-26EB-D4BD-BF30-963EE8EBA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930" y="180346"/>
            <a:ext cx="19335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393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77497-CA7B-75C3-13EE-A4E8180CA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9B76-796E-C270-4796-BB8EFE8CB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06.01.25 - Table </a:t>
            </a:r>
          </a:p>
        </p:txBody>
      </p:sp>
      <p:pic>
        <p:nvPicPr>
          <p:cNvPr id="3" name="Online Media 2" title="Makaton for 'table'">
            <a:hlinkClick r:id="" action="ppaction://media"/>
            <a:extLst>
              <a:ext uri="{FF2B5EF4-FFF2-40B4-BE49-F238E27FC236}">
                <a16:creationId xmlns:a16="http://schemas.microsoft.com/office/drawing/2014/main" id="{F9E30FD6-C992-0F03-54C0-DDF3E2951B9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4" name="Picture 3" descr="A close up of a paper&#10;&#10;AI-generated content may be incorrect.">
            <a:extLst>
              <a:ext uri="{FF2B5EF4-FFF2-40B4-BE49-F238E27FC236}">
                <a16:creationId xmlns:a16="http://schemas.microsoft.com/office/drawing/2014/main" id="{1608BF2F-2E1F-8606-9DB1-231864EF7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930" y="26868"/>
            <a:ext cx="345757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616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5B865-9911-5803-D6D1-DA680EF1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06EF-1A4B-2EA2-1002-E4B3A9DDA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13.01.25  - Chair </a:t>
            </a:r>
          </a:p>
        </p:txBody>
      </p:sp>
      <p:pic>
        <p:nvPicPr>
          <p:cNvPr id="3" name="Online Media 2" title="Makaton for 'chair'">
            <a:hlinkClick r:id="" action="ppaction://media"/>
            <a:extLst>
              <a:ext uri="{FF2B5EF4-FFF2-40B4-BE49-F238E27FC236}">
                <a16:creationId xmlns:a16="http://schemas.microsoft.com/office/drawing/2014/main" id="{6645EADB-B0CD-2F2D-F741-B24A86367D8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4" name="Picture 3" descr="A drawing of a person&#10;&#10;AI-generated content may be incorrect.">
            <a:extLst>
              <a:ext uri="{FF2B5EF4-FFF2-40B4-BE49-F238E27FC236}">
                <a16:creationId xmlns:a16="http://schemas.microsoft.com/office/drawing/2014/main" id="{E91DD4E5-2779-A9B1-DABB-AF276ED26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7454" y="136765"/>
            <a:ext cx="343852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485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CDAC5-7B78-92F8-4800-7CB011611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AA37-0217-DBB2-7A03-1FA50413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13.01.25  - Sit </a:t>
            </a:r>
          </a:p>
        </p:txBody>
      </p:sp>
      <p:pic>
        <p:nvPicPr>
          <p:cNvPr id="7" name="Online Media 6" title="Makaton for 'to sit'">
            <a:hlinkClick r:id="" action="ppaction://media"/>
            <a:extLst>
              <a:ext uri="{FF2B5EF4-FFF2-40B4-BE49-F238E27FC236}">
                <a16:creationId xmlns:a16="http://schemas.microsoft.com/office/drawing/2014/main" id="{93A70A52-BB06-ABE3-4857-1DBC57F8193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8" name="Picture 7" descr="A close up of a paper&#10;&#10;AI-generated content may be incorrect.">
            <a:extLst>
              <a:ext uri="{FF2B5EF4-FFF2-40B4-BE49-F238E27FC236}">
                <a16:creationId xmlns:a16="http://schemas.microsoft.com/office/drawing/2014/main" id="{B903D1C3-5713-683D-67F1-4C61C9CFA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600" y="6470"/>
            <a:ext cx="3446612" cy="151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0660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EA2D6-F694-FF9B-D361-64701081E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111D-0D68-1B6C-231E-C2B73F34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27.01.25  - Stand </a:t>
            </a:r>
          </a:p>
        </p:txBody>
      </p:sp>
      <p:pic>
        <p:nvPicPr>
          <p:cNvPr id="5" name="Online Media 4" title="Makaton for 'To Stand'">
            <a:hlinkClick r:id="" action="ppaction://media"/>
            <a:extLst>
              <a:ext uri="{FF2B5EF4-FFF2-40B4-BE49-F238E27FC236}">
                <a16:creationId xmlns:a16="http://schemas.microsoft.com/office/drawing/2014/main" id="{15E1BAE7-4C68-577E-E86C-4325768089D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6" name="Picture 5" descr="Makaton Signs">
            <a:extLst>
              <a:ext uri="{FF2B5EF4-FFF2-40B4-BE49-F238E27FC236}">
                <a16:creationId xmlns:a16="http://schemas.microsoft.com/office/drawing/2014/main" id="{92F40E2D-F038-1A59-2E02-70CD2821B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758" y="1178"/>
            <a:ext cx="2398144" cy="323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0094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EA70-2FD0-A694-3CDA-2E03F201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187D-5FA6-033A-EDFC-77E3FAE0E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03.02.25  - Help</a:t>
            </a:r>
          </a:p>
        </p:txBody>
      </p:sp>
      <p:pic>
        <p:nvPicPr>
          <p:cNvPr id="3" name="Online Media 2" title="Makaton for 'To Help'">
            <a:hlinkClick r:id="" action="ppaction://media"/>
            <a:extLst>
              <a:ext uri="{FF2B5EF4-FFF2-40B4-BE49-F238E27FC236}">
                <a16:creationId xmlns:a16="http://schemas.microsoft.com/office/drawing/2014/main" id="{0F657E37-D07A-6672-AC10-8CA8D9A1C25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223BE4D7-A537-E03D-5F66-19DE8A9E2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9192" y="-4044"/>
            <a:ext cx="4777956" cy="193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9080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49CBE-5327-171E-8C8A-6840EA058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0135D-B5B3-BB14-F364-EC8F308D4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10.02.25  - More</a:t>
            </a:r>
          </a:p>
        </p:txBody>
      </p:sp>
      <p:pic>
        <p:nvPicPr>
          <p:cNvPr id="3" name="Online Media 2" title="Makaton for 'more'">
            <a:hlinkClick r:id="" action="ppaction://media"/>
            <a:extLst>
              <a:ext uri="{FF2B5EF4-FFF2-40B4-BE49-F238E27FC236}">
                <a16:creationId xmlns:a16="http://schemas.microsoft.com/office/drawing/2014/main" id="{A7F21B5E-1D72-A8D5-862E-D17CCF2F907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C9B94508-3946-4B6D-D8F0-3BC6C2DB3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935" y="14917"/>
            <a:ext cx="3917112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211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3C0AF-098F-4CB9-3D70-37E71E162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C86B-6307-2B58-84D0-6D549A4A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24.02.25  - Give </a:t>
            </a:r>
          </a:p>
        </p:txBody>
      </p:sp>
      <p:pic>
        <p:nvPicPr>
          <p:cNvPr id="3" name="Online Media 2" title="Makaton for 'to give'">
            <a:hlinkClick r:id="" action="ppaction://media"/>
            <a:extLst>
              <a:ext uri="{FF2B5EF4-FFF2-40B4-BE49-F238E27FC236}">
                <a16:creationId xmlns:a16="http://schemas.microsoft.com/office/drawing/2014/main" id="{2CF315FB-A139-06D9-A111-E7C23AA365A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C1AB0EBB-FDE1-3106-590C-2E3936EB4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882" y="-3199"/>
            <a:ext cx="4042097" cy="171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769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40800-A340-79C2-860E-D230FD082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88A90-5E31-08CB-0E15-7F6BF57D7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03.03.25  - Finished </a:t>
            </a:r>
          </a:p>
        </p:txBody>
      </p:sp>
      <p:pic>
        <p:nvPicPr>
          <p:cNvPr id="7" name="Content Placeholder 6" descr="A close-up of a sign&#10;&#10;AI-generated content may be incorrect.">
            <a:extLst>
              <a:ext uri="{FF2B5EF4-FFF2-40B4-BE49-F238E27FC236}">
                <a16:creationId xmlns:a16="http://schemas.microsoft.com/office/drawing/2014/main" id="{89410363-6CC9-38E9-D8A5-9170D7056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75255" y="142"/>
            <a:ext cx="4014722" cy="1687099"/>
          </a:xfrm>
        </p:spPr>
      </p:pic>
      <p:pic>
        <p:nvPicPr>
          <p:cNvPr id="8" name="Online Media 7" title="Makaton for 'to finish / all gone'">
            <a:hlinkClick r:id="" action="ppaction://media"/>
            <a:extLst>
              <a:ext uri="{FF2B5EF4-FFF2-40B4-BE49-F238E27FC236}">
                <a16:creationId xmlns:a16="http://schemas.microsoft.com/office/drawing/2014/main" id="{AD5C4170-2E01-D778-FEE3-DAB81413E1A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327014" y="1854896"/>
            <a:ext cx="8019724" cy="453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04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A7035-77AB-32A7-1D94-ED40C0B8E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DCDFE-847C-D310-9FCE-91C8B030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10.03.25  - Draw</a:t>
            </a:r>
          </a:p>
        </p:txBody>
      </p:sp>
      <p:pic>
        <p:nvPicPr>
          <p:cNvPr id="7" name="Online Media 6" title="Makaton Topic - COLOURS - Singing Hands">
            <a:hlinkClick r:id="" action="ppaction://media"/>
            <a:extLst>
              <a:ext uri="{FF2B5EF4-FFF2-40B4-BE49-F238E27FC236}">
                <a16:creationId xmlns:a16="http://schemas.microsoft.com/office/drawing/2014/main" id="{B7050166-2298-9C86-78C3-2747877A0C9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8" name="Picture 7" descr="A close up of a drawing&#10;&#10;AI-generated content may be incorrect.">
            <a:extLst>
              <a:ext uri="{FF2B5EF4-FFF2-40B4-BE49-F238E27FC236}">
                <a16:creationId xmlns:a16="http://schemas.microsoft.com/office/drawing/2014/main" id="{3B955B3C-C4F8-F0FF-B1E0-3A5B8C33E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474" y="28575"/>
            <a:ext cx="4711353" cy="169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030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1CC1-6792-D661-DC4F-CBCD82AF6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E217-EBAC-CB99-D53E-8396D4A39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17.03.25  - Write</a:t>
            </a:r>
          </a:p>
        </p:txBody>
      </p:sp>
      <p:pic>
        <p:nvPicPr>
          <p:cNvPr id="5" name="Content Placeholder 4" descr="A close up of a sign&#10;&#10;AI-generated content may be incorrect.">
            <a:extLst>
              <a:ext uri="{FF2B5EF4-FFF2-40B4-BE49-F238E27FC236}">
                <a16:creationId xmlns:a16="http://schemas.microsoft.com/office/drawing/2014/main" id="{DA7BC9D1-6B05-B34D-9CE8-570E99AC2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94448" y="-5143"/>
            <a:ext cx="3901597" cy="1593285"/>
          </a:xfrm>
        </p:spPr>
      </p:pic>
      <p:pic>
        <p:nvPicPr>
          <p:cNvPr id="6" name="Online Media 5" title="Makaton for 'to write' ✍️">
            <a:hlinkClick r:id="" action="ppaction://media"/>
            <a:extLst>
              <a:ext uri="{FF2B5EF4-FFF2-40B4-BE49-F238E27FC236}">
                <a16:creationId xmlns:a16="http://schemas.microsoft.com/office/drawing/2014/main" id="{FCDF26AD-E817-2EE0-C3A7-ED7813D3576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410520" y="2074101"/>
            <a:ext cx="7465174" cy="422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140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1A82-F2D6-0C52-47B3-245FFAE93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24.03.25 - Read</a:t>
            </a:r>
          </a:p>
        </p:txBody>
      </p:sp>
      <p:pic>
        <p:nvPicPr>
          <p:cNvPr id="4" name="Picture 3" descr="A close up of a book&#10;&#10;AI-generated content may be incorrect.">
            <a:extLst>
              <a:ext uri="{FF2B5EF4-FFF2-40B4-BE49-F238E27FC236}">
                <a16:creationId xmlns:a16="http://schemas.microsoft.com/office/drawing/2014/main" id="{809512D2-0050-CF67-9F83-B3290152B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684" y="115749"/>
            <a:ext cx="4396549" cy="1701111"/>
          </a:xfrm>
          <a:prstGeom prst="rect">
            <a:avLst/>
          </a:prstGeom>
        </p:spPr>
      </p:pic>
      <p:pic>
        <p:nvPicPr>
          <p:cNvPr id="7" name="Online Media 6" title="Makaton for 'To Read' 📚">
            <a:hlinkClick r:id="" action="ppaction://media"/>
            <a:extLst>
              <a:ext uri="{FF2B5EF4-FFF2-40B4-BE49-F238E27FC236}">
                <a16:creationId xmlns:a16="http://schemas.microsoft.com/office/drawing/2014/main" id="{980361E3-67EA-5A64-49B1-8D9C5445AC2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424110" y="1954579"/>
            <a:ext cx="7700963" cy="4351338"/>
          </a:xfrm>
        </p:spPr>
      </p:pic>
    </p:spTree>
    <p:extLst>
      <p:ext uri="{BB962C8B-B14F-4D97-AF65-F5344CB8AC3E}">
        <p14:creationId xmlns:p14="http://schemas.microsoft.com/office/powerpoint/2010/main" val="893223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EC9FC-0072-EC9A-124C-2AA428C0B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31.03.25 - Work</a:t>
            </a:r>
          </a:p>
        </p:txBody>
      </p:sp>
      <p:pic>
        <p:nvPicPr>
          <p:cNvPr id="4" name="Content Placeholder 3" descr="A close up of a sign&#10;&#10;AI-generated content may be incorrect.">
            <a:extLst>
              <a:ext uri="{FF2B5EF4-FFF2-40B4-BE49-F238E27FC236}">
                <a16:creationId xmlns:a16="http://schemas.microsoft.com/office/drawing/2014/main" id="{CACAFB1C-F902-AAB0-FC6E-57D54E8DB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27285" y="60083"/>
            <a:ext cx="4136473" cy="1653899"/>
          </a:xfrm>
        </p:spPr>
      </p:pic>
      <p:pic>
        <p:nvPicPr>
          <p:cNvPr id="5" name="Online Media 4" title="Makaton for 'To Work'">
            <a:hlinkClick r:id="" action="ppaction://media"/>
            <a:extLst>
              <a:ext uri="{FF2B5EF4-FFF2-40B4-BE49-F238E27FC236}">
                <a16:creationId xmlns:a16="http://schemas.microsoft.com/office/drawing/2014/main" id="{31616E02-567C-8079-9A2F-BF7C3E5D205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661077" y="1988930"/>
            <a:ext cx="8529086" cy="481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860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AFF6-F782-06D4-B335-98B090D56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22.04.25 - Easter</a:t>
            </a:r>
          </a:p>
        </p:txBody>
      </p:sp>
      <p:pic>
        <p:nvPicPr>
          <p:cNvPr id="4" name="Online Media 3" title="Makaton for 'Easter / Happy Easter' 🐣🐰">
            <a:hlinkClick r:id="" action="ppaction://media"/>
            <a:extLst>
              <a:ext uri="{FF2B5EF4-FFF2-40B4-BE49-F238E27FC236}">
                <a16:creationId xmlns:a16="http://schemas.microsoft.com/office/drawing/2014/main" id="{DA46F04D-40F8-9426-1800-47678668899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black and white image of a person sitting and holding hands&#10;&#10;AI-generated content may be incorrect.">
            <a:extLst>
              <a:ext uri="{FF2B5EF4-FFF2-40B4-BE49-F238E27FC236}">
                <a16:creationId xmlns:a16="http://schemas.microsoft.com/office/drawing/2014/main" id="{7D26F5DF-A3C9-FCAB-5FB6-3686B2020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5402" y="39932"/>
            <a:ext cx="324802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4550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BCA9-CD0C-7CF2-7492-1EB58156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28.04.25 - Spring</a:t>
            </a:r>
          </a:p>
        </p:txBody>
      </p:sp>
      <p:pic>
        <p:nvPicPr>
          <p:cNvPr id="4" name="Content Placeholder 3" descr="A person with their hand on their chest&#10;&#10;AI-generated content may be incorrect.">
            <a:extLst>
              <a:ext uri="{FF2B5EF4-FFF2-40B4-BE49-F238E27FC236}">
                <a16:creationId xmlns:a16="http://schemas.microsoft.com/office/drawing/2014/main" id="{DC00C5E0-F946-2B4E-4C99-09CE7BF3C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55897" y="170035"/>
            <a:ext cx="1486729" cy="172112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64A7F-4B69-5C22-A61E-F4F15176BFBD}"/>
              </a:ext>
            </a:extLst>
          </p:cNvPr>
          <p:cNvSpPr txBox="1"/>
          <p:nvPr/>
        </p:nvSpPr>
        <p:spPr>
          <a:xfrm>
            <a:off x="4724400" y="3200400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https://youtu.be/9TzjeWav2VE?si=xYXObs0NlReeZraq</a:t>
            </a:r>
          </a:p>
        </p:txBody>
      </p:sp>
      <p:pic>
        <p:nvPicPr>
          <p:cNvPr id="7" name="Online Media 6" title="Makaton for 'spring' (season) 🌷🌻">
            <a:hlinkClick r:id="" action="ppaction://media"/>
            <a:extLst>
              <a:ext uri="{FF2B5EF4-FFF2-40B4-BE49-F238E27FC236}">
                <a16:creationId xmlns:a16="http://schemas.microsoft.com/office/drawing/2014/main" id="{4055F1E4-109E-BFF6-AF3A-CA56A92AEEF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41425" y="2116015"/>
            <a:ext cx="7178554" cy="405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433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AFDF4-ADFF-CC52-1CAF-B3416231F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385"/>
            <a:ext cx="6219687" cy="1027389"/>
          </a:xfrm>
        </p:spPr>
        <p:txBody>
          <a:bodyPr/>
          <a:lstStyle/>
          <a:p>
            <a:r>
              <a:rPr lang="en-GB" dirty="0"/>
              <a:t>W/B 06/05/25 - Suncream</a:t>
            </a:r>
          </a:p>
        </p:txBody>
      </p:sp>
      <p:pic>
        <p:nvPicPr>
          <p:cNvPr id="4" name="Content Placeholder 3" descr="A drawing of two people holding their hands&#10;&#10;AI-generated content may be incorrect.">
            <a:extLst>
              <a:ext uri="{FF2B5EF4-FFF2-40B4-BE49-F238E27FC236}">
                <a16:creationId xmlns:a16="http://schemas.microsoft.com/office/drawing/2014/main" id="{9EB9AF1A-8B8D-ED75-D03F-E4217C395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78549" y="1898"/>
            <a:ext cx="3143250" cy="2057400"/>
          </a:xfrm>
        </p:spPr>
      </p:pic>
      <p:pic>
        <p:nvPicPr>
          <p:cNvPr id="3" name="Online Media 2" title="Makaton for 'suncream' ☀️">
            <a:hlinkClick r:id="" action="ppaction://media"/>
            <a:extLst>
              <a:ext uri="{FF2B5EF4-FFF2-40B4-BE49-F238E27FC236}">
                <a16:creationId xmlns:a16="http://schemas.microsoft.com/office/drawing/2014/main" id="{E132223C-E2B2-FDF9-9F60-94DCFE2C8F3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534502" y="2244969"/>
            <a:ext cx="8175015" cy="460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423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8DE93-E660-2611-B0BB-BACBF58B7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12.05.25 - Ice Cream</a:t>
            </a:r>
          </a:p>
        </p:txBody>
      </p:sp>
      <p:pic>
        <p:nvPicPr>
          <p:cNvPr id="4" name="Online Media 3" title="Makaton for 'Ice Cream' 🍦">
            <a:hlinkClick r:id="" action="ppaction://media"/>
            <a:extLst>
              <a:ext uri="{FF2B5EF4-FFF2-40B4-BE49-F238E27FC236}">
                <a16:creationId xmlns:a16="http://schemas.microsoft.com/office/drawing/2014/main" id="{22D50F4C-1257-49E8-7DAE-C3E18543A99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2341440"/>
            <a:ext cx="7700963" cy="4351338"/>
          </a:xfrm>
        </p:spPr>
      </p:pic>
      <p:pic>
        <p:nvPicPr>
          <p:cNvPr id="5" name="Picture 4" descr="A blue background with a hand holding a balloon&#10;&#10;AI-generated content may be incorrect.">
            <a:extLst>
              <a:ext uri="{FF2B5EF4-FFF2-40B4-BE49-F238E27FC236}">
                <a16:creationId xmlns:a16="http://schemas.microsoft.com/office/drawing/2014/main" id="{B55622C6-7D43-31DC-411E-4660C13CC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121" y="166321"/>
            <a:ext cx="2375389" cy="205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774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119B2-156B-4227-AD59-B3D0E593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19.05.25 - Hot</a:t>
            </a:r>
          </a:p>
        </p:txBody>
      </p:sp>
      <p:pic>
        <p:nvPicPr>
          <p:cNvPr id="4" name="Online Media 3" title="Makaton for FEELING HOT 🥵">
            <a:hlinkClick r:id="" action="ppaction://media"/>
            <a:extLst>
              <a:ext uri="{FF2B5EF4-FFF2-40B4-BE49-F238E27FC236}">
                <a16:creationId xmlns:a16="http://schemas.microsoft.com/office/drawing/2014/main" id="{C022C880-91F5-58ED-0970-7E51B60EA3C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2071810"/>
            <a:ext cx="7700963" cy="4351338"/>
          </a:xfrm>
        </p:spPr>
      </p:pic>
      <p:pic>
        <p:nvPicPr>
          <p:cNvPr id="5" name="Picture 4" descr="A drawing of a person&amp;#39;s arm&#10;&#10;AI-generated content may be incorrect.">
            <a:extLst>
              <a:ext uri="{FF2B5EF4-FFF2-40B4-BE49-F238E27FC236}">
                <a16:creationId xmlns:a16="http://schemas.microsoft.com/office/drawing/2014/main" id="{490B94C3-20C8-B783-B969-6CC71DBD4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4112" y="92319"/>
            <a:ext cx="31623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320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9B18-3D87-5E3B-2D83-B42EB5BD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02.06.2025 - Happy</a:t>
            </a:r>
          </a:p>
        </p:txBody>
      </p:sp>
      <p:pic>
        <p:nvPicPr>
          <p:cNvPr id="4" name="Online Media 3" title="Makaton for 'happy' 😀">
            <a:hlinkClick r:id="" action="ppaction://media"/>
            <a:extLst>
              <a:ext uri="{FF2B5EF4-FFF2-40B4-BE49-F238E27FC236}">
                <a16:creationId xmlns:a16="http://schemas.microsoft.com/office/drawing/2014/main" id="{794016B9-231C-99B5-6B79-647B13FD1B2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716768"/>
            <a:ext cx="7700963" cy="4351338"/>
          </a:xfrm>
        </p:spPr>
      </p:pic>
      <p:pic>
        <p:nvPicPr>
          <p:cNvPr id="5" name="Picture 4" descr="A person with their hands together&#10;&#10;AI-generated content may be incorrect.">
            <a:extLst>
              <a:ext uri="{FF2B5EF4-FFF2-40B4-BE49-F238E27FC236}">
                <a16:creationId xmlns:a16="http://schemas.microsoft.com/office/drawing/2014/main" id="{7E7E5AED-0DC4-8018-ACAC-5F9AB5592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8687" y="147292"/>
            <a:ext cx="24669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377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B71A8-1793-CBA4-411D-3F157481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09.06.2025 - Frustrated/Angry</a:t>
            </a:r>
          </a:p>
        </p:txBody>
      </p:sp>
      <p:pic>
        <p:nvPicPr>
          <p:cNvPr id="4" name="Online Media 3" title="Makaton for 'Angry' 😡">
            <a:hlinkClick r:id="" action="ppaction://media"/>
            <a:extLst>
              <a:ext uri="{FF2B5EF4-FFF2-40B4-BE49-F238E27FC236}">
                <a16:creationId xmlns:a16="http://schemas.microsoft.com/office/drawing/2014/main" id="{1F9E6ECB-87CC-3865-BA13-723C5315AB5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person with their hands in their chest&#10;&#10;AI-generated content may be incorrect.">
            <a:extLst>
              <a:ext uri="{FF2B5EF4-FFF2-40B4-BE49-F238E27FC236}">
                <a16:creationId xmlns:a16="http://schemas.microsoft.com/office/drawing/2014/main" id="{80532601-8348-8C87-6ADB-E48DA5112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8116" y="367264"/>
            <a:ext cx="2635941" cy="194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581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6F97C-0A93-60C6-090C-D8E67A2D5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16.06.2025 - Calm</a:t>
            </a:r>
          </a:p>
        </p:txBody>
      </p:sp>
      <p:pic>
        <p:nvPicPr>
          <p:cNvPr id="5" name="Online Media 4" title="Makaton for 'patient / calm'">
            <a:hlinkClick r:id="" action="ppaction://media"/>
            <a:extLst>
              <a:ext uri="{FF2B5EF4-FFF2-40B4-BE49-F238E27FC236}">
                <a16:creationId xmlns:a16="http://schemas.microsoft.com/office/drawing/2014/main" id="{72291117-9C68-273B-97CA-CC42200C405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2816" y="1370496"/>
            <a:ext cx="9710738" cy="5486400"/>
          </a:xfrm>
          <a:prstGeom prst="rect">
            <a:avLst/>
          </a:prstGeom>
        </p:spPr>
      </p:pic>
      <p:pic>
        <p:nvPicPr>
          <p:cNvPr id="8" name="Content Placeholder 7" descr="A person holding a circle&#10;&#10;AI-generated content may be incorrect.">
            <a:extLst>
              <a:ext uri="{FF2B5EF4-FFF2-40B4-BE49-F238E27FC236}">
                <a16:creationId xmlns:a16="http://schemas.microsoft.com/office/drawing/2014/main" id="{1106B4F3-0B0A-37DA-CA93-4BDEF8A270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021486" y="199024"/>
            <a:ext cx="2707723" cy="2071757"/>
          </a:xfrm>
        </p:spPr>
      </p:pic>
    </p:spTree>
    <p:extLst>
      <p:ext uri="{BB962C8B-B14F-4D97-AF65-F5344CB8AC3E}">
        <p14:creationId xmlns:p14="http://schemas.microsoft.com/office/powerpoint/2010/main" val="425818104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E2DFC-B7B6-0512-36F9-6130C6EA6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23.06.2025 - Worried</a:t>
            </a:r>
          </a:p>
        </p:txBody>
      </p:sp>
      <p:pic>
        <p:nvPicPr>
          <p:cNvPr id="4" name="Online Media 3" title="Makaton for 'worried' 😟">
            <a:hlinkClick r:id="" action="ppaction://media"/>
            <a:extLst>
              <a:ext uri="{FF2B5EF4-FFF2-40B4-BE49-F238E27FC236}">
                <a16:creationId xmlns:a16="http://schemas.microsoft.com/office/drawing/2014/main" id="{A0E55EBC-76A6-EAD0-868D-E12F0DC5FC6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</p:spPr>
      </p:pic>
      <p:pic>
        <p:nvPicPr>
          <p:cNvPr id="5" name="Picture 4" descr="A drawing of a person holding a circle&#10;&#10;AI-generated content may be incorrect.">
            <a:extLst>
              <a:ext uri="{FF2B5EF4-FFF2-40B4-BE49-F238E27FC236}">
                <a16:creationId xmlns:a16="http://schemas.microsoft.com/office/drawing/2014/main" id="{86AB6D51-EEBC-0E3E-07B8-9B625EECA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309" y="213760"/>
            <a:ext cx="2991817" cy="223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5169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BE9CB-7006-461D-91C2-8D53B7F5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W/B 30.06.2025 - Beach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335EC5-6CB7-C782-3A0A-55B3E63D6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09050" y="3071"/>
            <a:ext cx="2457727" cy="2220706"/>
          </a:xfrm>
        </p:spPr>
      </p:pic>
      <p:pic>
        <p:nvPicPr>
          <p:cNvPr id="5" name="Online Media 4" title="Makaton for 'beach' 🏖️">
            <a:hlinkClick r:id="" action="ppaction://media"/>
            <a:extLst>
              <a:ext uri="{FF2B5EF4-FFF2-40B4-BE49-F238E27FC236}">
                <a16:creationId xmlns:a16="http://schemas.microsoft.com/office/drawing/2014/main" id="{8CD81005-3F17-56F9-20E9-B4BCA7C0BC3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870903" y="2375452"/>
            <a:ext cx="7954825" cy="448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32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5fcc18-82e3-48d4-8d59-140f8a2cbe66">
      <Terms xmlns="http://schemas.microsoft.com/office/infopath/2007/PartnerControls"/>
    </lcf76f155ced4ddcb4097134ff3c332f>
    <TaxCatchAll xmlns="5a3c9240-afd8-4ce4-a49e-22b75153e37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E03A734D7FA4A942AE40CDE6974C6" ma:contentTypeVersion="19" ma:contentTypeDescription="Create a new document." ma:contentTypeScope="" ma:versionID="72ea14cfaf4cf11c27d1380313af2801">
  <xsd:schema xmlns:xsd="http://www.w3.org/2001/XMLSchema" xmlns:xs="http://www.w3.org/2001/XMLSchema" xmlns:p="http://schemas.microsoft.com/office/2006/metadata/properties" xmlns:ns2="bc5fcc18-82e3-48d4-8d59-140f8a2cbe66" xmlns:ns3="5a3c9240-afd8-4ce4-a49e-22b75153e37f" targetNamespace="http://schemas.microsoft.com/office/2006/metadata/properties" ma:root="true" ma:fieldsID="a541caa5612f1996d6aa57f5a487814d" ns2:_="" ns3:_="">
    <xsd:import namespace="bc5fcc18-82e3-48d4-8d59-140f8a2cbe66"/>
    <xsd:import namespace="5a3c9240-afd8-4ce4-a49e-22b75153e3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5fcc18-82e3-48d4-8d59-140f8a2cbe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f9f2aec-ee7f-4a3c-b643-9333c0def5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3c9240-afd8-4ce4-a49e-22b75153e37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96e34c1-fa20-48db-98b7-994d728a52f5}" ma:internalName="TaxCatchAll" ma:showField="CatchAllData" ma:web="5a3c9240-afd8-4ce4-a49e-22b75153e3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E42BD8-3331-456D-8F2E-AFC1E3F390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21A968-FDF2-460F-A6CE-8DE0CF629C07}">
  <ds:schemaRefs>
    <ds:schemaRef ds:uri="http://schemas.microsoft.com/office/2006/metadata/properties"/>
    <ds:schemaRef ds:uri="http://schemas.microsoft.com/office/infopath/2007/PartnerControls"/>
    <ds:schemaRef ds:uri="bc5fcc18-82e3-48d4-8d59-140f8a2cbe66"/>
    <ds:schemaRef ds:uri="5a3c9240-afd8-4ce4-a49e-22b75153e37f"/>
  </ds:schemaRefs>
</ds:datastoreItem>
</file>

<file path=customXml/itemProps3.xml><?xml version="1.0" encoding="utf-8"?>
<ds:datastoreItem xmlns:ds="http://schemas.openxmlformats.org/officeDocument/2006/customXml" ds:itemID="{201DBE2E-6635-4C56-8D57-CBC700F443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5fcc18-82e3-48d4-8d59-140f8a2cbe66"/>
    <ds:schemaRef ds:uri="5a3c9240-afd8-4ce4-a49e-22b75153e3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78" baseType="lpstr">
      <vt:lpstr>office theme</vt:lpstr>
      <vt:lpstr>Sign of the Week</vt:lpstr>
      <vt:lpstr>W/B 05.09.23 - School </vt:lpstr>
      <vt:lpstr>W/B 11.09.23 - Teacher</vt:lpstr>
      <vt:lpstr>W/B 18.09.23 - Wind </vt:lpstr>
      <vt:lpstr>W/B 25.09.23 - Kind</vt:lpstr>
      <vt:lpstr>W/B 02.10.23 - Tree</vt:lpstr>
      <vt:lpstr>W/B 09.10.23 - Weather </vt:lpstr>
      <vt:lpstr>W/B 16.10.23 - Green</vt:lpstr>
      <vt:lpstr>W/B 30.10.23 - Flowers</vt:lpstr>
      <vt:lpstr>W/B 06.11.23 - Fireworks</vt:lpstr>
      <vt:lpstr>PowerPoint Presentation</vt:lpstr>
      <vt:lpstr>W/B 13.11.23 - Socks (for Anti-bullying week)</vt:lpstr>
      <vt:lpstr>W/B 20.11.23 - Football</vt:lpstr>
      <vt:lpstr>W/B 27.11.23 - To Work</vt:lpstr>
      <vt:lpstr>W/B 04.12.23 - Good morning</vt:lpstr>
      <vt:lpstr>W/B 11.12.23 - Good afternoon</vt:lpstr>
      <vt:lpstr>W/B 01.01.24 - Goodbye</vt:lpstr>
      <vt:lpstr>W/B 08.01.24  - Please</vt:lpstr>
      <vt:lpstr>W/B 15.01.24 - Thank you</vt:lpstr>
      <vt:lpstr>W/B 22.01.24  - Yes</vt:lpstr>
      <vt:lpstr>W/B 29.01.24  - Want</vt:lpstr>
      <vt:lpstr>W/B 05.02.24 - Thirsty </vt:lpstr>
      <vt:lpstr>W/B 19.02.24 - Stop</vt:lpstr>
      <vt:lpstr>W/B 26.02.24 - Sorry </vt:lpstr>
      <vt:lpstr>W/B 04.03.24  - Sit</vt:lpstr>
      <vt:lpstr>W/B 11.03.24  - Choose </vt:lpstr>
      <vt:lpstr>W/B 18.03.24  - Angry </vt:lpstr>
      <vt:lpstr>W/B 25.03.24  - Calm </vt:lpstr>
      <vt:lpstr>W/B 15.04.24  - Find</vt:lpstr>
      <vt:lpstr>W/B 22.04.24  - Finish</vt:lpstr>
      <vt:lpstr>W/B 29.04.24  - Hungry</vt:lpstr>
      <vt:lpstr>W/B 07.05.24  - Give </vt:lpstr>
      <vt:lpstr>W/B 13.05.24  - Want </vt:lpstr>
      <vt:lpstr>W/B 20.05.24 Worried - </vt:lpstr>
      <vt:lpstr>W/B 03.06.24  - Colour</vt:lpstr>
      <vt:lpstr>W/B 10.06.24  - Red </vt:lpstr>
      <vt:lpstr>W/B 17.06.24  - Blue </vt:lpstr>
      <vt:lpstr>W/B 24.06.24  - Green </vt:lpstr>
      <vt:lpstr>W/B 01.07.24 - Orange </vt:lpstr>
      <vt:lpstr>W/B 08.07.24  - Purple </vt:lpstr>
      <vt:lpstr>W/B 15.07.24 Rainbow </vt:lpstr>
      <vt:lpstr>W/B 09.09.24  -  School </vt:lpstr>
      <vt:lpstr>W/B 16.09.24  -  Teacher </vt:lpstr>
      <vt:lpstr>W/B 23.09.24  - How are you? </vt:lpstr>
      <vt:lpstr>W/B 30.09.24  - Happy </vt:lpstr>
      <vt:lpstr>W/B 07.10.24  - Sad </vt:lpstr>
      <vt:lpstr>W/B 14.10.24  - Hungry</vt:lpstr>
      <vt:lpstr>W/B 21.10.24 - Autumn</vt:lpstr>
      <vt:lpstr>W/B 04.11.24  - Who?</vt:lpstr>
      <vt:lpstr>W/B 11.11.24  - What?</vt:lpstr>
      <vt:lpstr>W/B 18.11.24  - When? </vt:lpstr>
      <vt:lpstr>W/B 25.11.24  - Why? </vt:lpstr>
      <vt:lpstr>W/B 03.12.24  - How?</vt:lpstr>
      <vt:lpstr>W/B 09.12.24  - Christmas</vt:lpstr>
      <vt:lpstr>W/B 16.12.24  - Snow </vt:lpstr>
      <vt:lpstr>W/B 06.01.25 - Table </vt:lpstr>
      <vt:lpstr>W/B 13.01.25  - Chair </vt:lpstr>
      <vt:lpstr>W/B 13.01.25  - Sit </vt:lpstr>
      <vt:lpstr>W/B 27.01.25  - Stand </vt:lpstr>
      <vt:lpstr>W/B 03.02.25  - Help</vt:lpstr>
      <vt:lpstr>W/B 10.02.25  - More</vt:lpstr>
      <vt:lpstr>W/B 24.02.25  - Give </vt:lpstr>
      <vt:lpstr>W/B 03.03.25  - Finished </vt:lpstr>
      <vt:lpstr>W/B 10.03.25  - Draw</vt:lpstr>
      <vt:lpstr>W/B 17.03.25  - Write</vt:lpstr>
      <vt:lpstr>W/B 24.03.25 - Read</vt:lpstr>
      <vt:lpstr>W/B 31.03.25 - Work</vt:lpstr>
      <vt:lpstr>W/B 22.04.25 - Easter</vt:lpstr>
      <vt:lpstr>W/B 28.04.25 - Spring</vt:lpstr>
      <vt:lpstr>W/B 06/05/25 - Suncream</vt:lpstr>
      <vt:lpstr>W/B 12.05.25 - Ice Cream</vt:lpstr>
      <vt:lpstr>W/B 19.05.25 - Hot</vt:lpstr>
      <vt:lpstr>W/B 02.06.2025 - Happy</vt:lpstr>
      <vt:lpstr>W/B 09.06.2025 - Frustrated/Angry</vt:lpstr>
      <vt:lpstr>W/B 16.06.2025 - Calm</vt:lpstr>
      <vt:lpstr>W/B 23.06.2025 - Worried</vt:lpstr>
      <vt:lpstr>W/B 30.06.2025 - Beach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594</cp:revision>
  <dcterms:created xsi:type="dcterms:W3CDTF">2025-02-17T17:15:33Z</dcterms:created>
  <dcterms:modified xsi:type="dcterms:W3CDTF">2025-06-22T09:35:47Z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0x010100CC2E03A734D7FA4A942AE40CDE6974C6</vt:lpwstr>
  </property>
  <property fmtid="{D5CDD505-2E9C-101B-9397-08002B2CF9AE}" pid="3" name="MediaServiceImageTags">
    <vt:lpwstr/>
  </property>
</Properties>
</file>